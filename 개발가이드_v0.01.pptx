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4746" r:id="rId1"/>
    <p:sldMasterId id="2147483704" r:id="rId2"/>
  </p:sldMasterIdLst>
  <p:notesMasterIdLst>
    <p:notesMasterId r:id="rId6"/>
  </p:notesMasterIdLst>
  <p:sldIdLst>
    <p:sldId id="482" r:id="rId3"/>
    <p:sldId id="489" r:id="rId4"/>
    <p:sldId id="490" r:id="rId5"/>
  </p:sldIdLst>
  <p:sldSz cx="9906000" cy="6858000" type="A4"/>
  <p:notesSz cx="6799263" cy="9929813"/>
  <p:embeddedFontLst>
    <p:embeddedFont>
      <p:font typeface="굴림" panose="020B0600000101010101" pitchFamily="34" charset="-127"/>
      <p:regular r:id="rId7"/>
    </p:embeddedFont>
    <p:embeddedFont>
      <p:font typeface="원신한 Bold" panose="020B0803000000000000" pitchFamily="34" charset="-127"/>
      <p:bold r:id="rId8"/>
    </p:embeddedFont>
    <p:embeddedFont>
      <p:font typeface="HY그래픽M" panose="02030600000101010101" pitchFamily="18" charset="-127"/>
      <p:regular r:id="rId9"/>
    </p:embeddedFont>
    <p:embeddedFont>
      <p:font typeface="맑은 고딕" panose="020B0503020000020004" pitchFamily="34" charset="-127"/>
      <p:regular r:id="rId10"/>
      <p:bold r:id="rId11"/>
    </p:embeddedFont>
    <p:embeddedFont>
      <p:font typeface="원신한 Medium" panose="020B0603000000000000" pitchFamily="34" charset="-127"/>
      <p:regular r:id="rId12"/>
    </p:embeddedFont>
    <p:embeddedFont>
      <p:font typeface="원신한 Light" panose="020B0303000000000000" pitchFamily="34" charset="-127"/>
      <p:regular r:id="rId13"/>
    </p:embeddedFont>
    <p:embeddedFont>
      <p:font typeface="가는각진제목체" panose="020B0604020202020204" charset="-127"/>
      <p:regular r:id="rId14"/>
    </p:embeddedFont>
    <p:embeddedFont>
      <p:font typeface="맑은 고딕" panose="020B0503020000020004" pitchFamily="34" charset="-127"/>
      <p:regular r:id="rId10"/>
      <p:bold r:id="rId11"/>
    </p:embeddedFont>
    <p:embeddedFont>
      <p:font typeface="ＭＳ Ｐゴシック" panose="020B0600070205080204" pitchFamily="34" charset="-128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HY견고딕" panose="02030600000101010101" pitchFamily="18" charset="-127"/>
      <p:regular r:id="rId20"/>
    </p:embeddedFont>
    <p:embeddedFont>
      <p:font typeface="HY헤드라인M" panose="02030600000101010101" pitchFamily="18" charset="-127"/>
      <p:regular r:id="rId21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3000" kern="1200">
        <a:solidFill>
          <a:schemeClr val="tx1"/>
        </a:solidFill>
        <a:latin typeface="HY견고딕" pitchFamily="18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3000" kern="1200">
        <a:solidFill>
          <a:schemeClr val="tx1"/>
        </a:solidFill>
        <a:latin typeface="HY견고딕" pitchFamily="18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3000" kern="1200">
        <a:solidFill>
          <a:schemeClr val="tx1"/>
        </a:solidFill>
        <a:latin typeface="HY견고딕" pitchFamily="18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3000" kern="1200">
        <a:solidFill>
          <a:schemeClr val="tx1"/>
        </a:solidFill>
        <a:latin typeface="HY견고딕" pitchFamily="18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3000" kern="1200">
        <a:solidFill>
          <a:schemeClr val="tx1"/>
        </a:solidFill>
        <a:latin typeface="HY견고딕" pitchFamily="18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3000" kern="1200">
        <a:solidFill>
          <a:schemeClr val="tx1"/>
        </a:solidFill>
        <a:latin typeface="HY견고딕" pitchFamily="18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3000" kern="1200">
        <a:solidFill>
          <a:schemeClr val="tx1"/>
        </a:solidFill>
        <a:latin typeface="HY견고딕" pitchFamily="18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3000" kern="1200">
        <a:solidFill>
          <a:schemeClr val="tx1"/>
        </a:solidFill>
        <a:latin typeface="HY견고딕" pitchFamily="18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3000" kern="1200">
        <a:solidFill>
          <a:schemeClr val="tx1"/>
        </a:solidFill>
        <a:latin typeface="HY견고딕" pitchFamily="18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156F43F-9D1E-4B73-832A-D4A7C0EDE6DD}">
          <p14:sldIdLst>
            <p14:sldId id="482"/>
            <p14:sldId id="489"/>
            <p14:sldId id="490"/>
          </p14:sldIdLst>
        </p14:section>
        <p14:section name="제목 없는 구역" id="{CA422F1E-91F8-4E86-9631-2B90968FE62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436" userDrawn="1">
          <p15:clr>
            <a:srgbClr val="A4A3A4"/>
          </p15:clr>
        </p15:guide>
        <p15:guide id="2" orient="horz" pos="4156">
          <p15:clr>
            <a:srgbClr val="A4A3A4"/>
          </p15:clr>
        </p15:guide>
        <p15:guide id="3" orient="horz" pos="709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5" orient="horz" pos="1979" userDrawn="1">
          <p15:clr>
            <a:srgbClr val="A4A3A4"/>
          </p15:clr>
        </p15:guide>
        <p15:guide id="6" orient="horz" pos="1026" userDrawn="1">
          <p15:clr>
            <a:srgbClr val="A4A3A4"/>
          </p15:clr>
        </p15:guide>
        <p15:guide id="7" orient="horz" pos="845">
          <p15:clr>
            <a:srgbClr val="A4A3A4"/>
          </p15:clr>
        </p15:guide>
        <p15:guide id="8" orient="horz" pos="1117" userDrawn="1">
          <p15:clr>
            <a:srgbClr val="A4A3A4"/>
          </p15:clr>
        </p15:guide>
        <p15:guide id="9" orient="horz" pos="3249" userDrawn="1">
          <p15:clr>
            <a:srgbClr val="A4A3A4"/>
          </p15:clr>
        </p15:guide>
        <p15:guide id="10" orient="horz" pos="2341">
          <p15:clr>
            <a:srgbClr val="A4A3A4"/>
          </p15:clr>
        </p15:guide>
        <p15:guide id="11" orient="horz" pos="754">
          <p15:clr>
            <a:srgbClr val="A4A3A4"/>
          </p15:clr>
        </p15:guide>
        <p15:guide id="12" orient="horz" pos="2614" userDrawn="1">
          <p15:clr>
            <a:srgbClr val="A4A3A4"/>
          </p15:clr>
        </p15:guide>
        <p15:guide id="13" pos="6023">
          <p15:clr>
            <a:srgbClr val="A4A3A4"/>
          </p15:clr>
        </p15:guide>
        <p15:guide id="14" pos="4572">
          <p15:clr>
            <a:srgbClr val="A4A3A4"/>
          </p15:clr>
        </p15:guide>
        <p15:guide id="15" pos="1623" userDrawn="1">
          <p15:clr>
            <a:srgbClr val="A4A3A4"/>
          </p15:clr>
        </p15:guide>
        <p15:guide id="16" pos="217" userDrawn="1">
          <p15:clr>
            <a:srgbClr val="A4A3A4"/>
          </p15:clr>
        </p15:guide>
        <p15:guide id="17" pos="3165">
          <p15:clr>
            <a:srgbClr val="A4A3A4"/>
          </p15:clr>
        </p15:guide>
        <p15:guide id="18" pos="1895" userDrawn="1">
          <p15:clr>
            <a:srgbClr val="A4A3A4"/>
          </p15:clr>
        </p15:guide>
        <p15:guide id="19" pos="1215" userDrawn="1">
          <p15:clr>
            <a:srgbClr val="A4A3A4"/>
          </p15:clr>
        </p15:guide>
        <p15:guide id="20" pos="4073" userDrawn="1">
          <p15:clr>
            <a:srgbClr val="A4A3A4"/>
          </p15:clr>
        </p15:guide>
        <p15:guide id="21" pos="1396">
          <p15:clr>
            <a:srgbClr val="A4A3A4"/>
          </p15:clr>
        </p15:guide>
        <p15:guide id="22" pos="3075" userDrawn="1">
          <p15:clr>
            <a:srgbClr val="A4A3A4"/>
          </p15:clr>
        </p15:guide>
        <p15:guide id="23" orient="horz" pos="1480" userDrawn="1">
          <p15:clr>
            <a:srgbClr val="A4A3A4"/>
          </p15:clr>
        </p15:guide>
        <p15:guide id="24" orient="horz" pos="1797" userDrawn="1">
          <p15:clr>
            <a:srgbClr val="A4A3A4"/>
          </p15:clr>
        </p15:guide>
        <p15:guide id="25" pos="3800" userDrawn="1">
          <p15:clr>
            <a:srgbClr val="A4A3A4"/>
          </p15:clr>
        </p15:guide>
        <p15:guide id="26" pos="3755" userDrawn="1">
          <p15:clr>
            <a:srgbClr val="A4A3A4"/>
          </p15:clr>
        </p15:guide>
        <p15:guide id="27" orient="horz" pos="1616" userDrawn="1">
          <p15:clr>
            <a:srgbClr val="A4A3A4"/>
          </p15:clr>
        </p15:guide>
        <p15:guide id="28" pos="4299" userDrawn="1">
          <p15:clr>
            <a:srgbClr val="A4A3A4"/>
          </p15:clr>
        </p15:guide>
        <p15:guide id="29" pos="4526" userDrawn="1">
          <p15:clr>
            <a:srgbClr val="A4A3A4"/>
          </p15:clr>
        </p15:guide>
        <p15:guide id="30" pos="852" userDrawn="1">
          <p15:clr>
            <a:srgbClr val="A4A3A4"/>
          </p15:clr>
        </p15:guide>
        <p15:guide id="31" pos="535" userDrawn="1">
          <p15:clr>
            <a:srgbClr val="A4A3A4"/>
          </p15:clr>
        </p15:guide>
        <p15:guide id="32" pos="5932" userDrawn="1">
          <p15:clr>
            <a:srgbClr val="A4A3A4"/>
          </p15:clr>
        </p15:guide>
        <p15:guide id="33" pos="4753" userDrawn="1">
          <p15:clr>
            <a:srgbClr val="A4A3A4"/>
          </p15:clr>
        </p15:guide>
        <p15:guide id="34" pos="4960" userDrawn="1">
          <p15:clr>
            <a:srgbClr val="A4A3A4"/>
          </p15:clr>
        </p15:guide>
        <p15:guide id="35" pos="5070" userDrawn="1">
          <p15:clr>
            <a:srgbClr val="A4A3A4"/>
          </p15:clr>
        </p15:guide>
        <p15:guide id="36" orient="horz" pos="2669" userDrawn="1">
          <p15:clr>
            <a:srgbClr val="A4A3A4"/>
          </p15:clr>
        </p15:guide>
        <p15:guide id="37" pos="897" userDrawn="1">
          <p15:clr>
            <a:srgbClr val="A4A3A4"/>
          </p15:clr>
        </p15:guide>
        <p15:guide id="38" pos="11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1C1C1C"/>
    <a:srgbClr val="99FF33"/>
    <a:srgbClr val="FF7C8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23" autoAdjust="0"/>
    <p:restoredTop sz="96224" autoAdjust="0"/>
  </p:normalViewPr>
  <p:slideViewPr>
    <p:cSldViewPr showGuides="1">
      <p:cViewPr varScale="1">
        <p:scale>
          <a:sx n="92" d="100"/>
          <a:sy n="92" d="100"/>
        </p:scale>
        <p:origin x="66" y="72"/>
      </p:cViewPr>
      <p:guideLst>
        <p:guide orient="horz" pos="436"/>
        <p:guide orient="horz" pos="4156"/>
        <p:guide orient="horz" pos="709"/>
        <p:guide orient="horz" pos="2160"/>
        <p:guide orient="horz" pos="1979"/>
        <p:guide orient="horz" pos="1026"/>
        <p:guide orient="horz" pos="845"/>
        <p:guide orient="horz" pos="1117"/>
        <p:guide orient="horz" pos="3249"/>
        <p:guide orient="horz" pos="2341"/>
        <p:guide orient="horz" pos="754"/>
        <p:guide orient="horz" pos="2614"/>
        <p:guide pos="6023"/>
        <p:guide pos="4572"/>
        <p:guide pos="1623"/>
        <p:guide pos="217"/>
        <p:guide pos="3165"/>
        <p:guide pos="1895"/>
        <p:guide pos="1215"/>
        <p:guide pos="4073"/>
        <p:guide pos="1396"/>
        <p:guide pos="3075"/>
        <p:guide orient="horz" pos="1480"/>
        <p:guide orient="horz" pos="1797"/>
        <p:guide pos="3800"/>
        <p:guide pos="3755"/>
        <p:guide orient="horz" pos="1616"/>
        <p:guide pos="4299"/>
        <p:guide pos="4526"/>
        <p:guide pos="852"/>
        <p:guide pos="535"/>
        <p:guide pos="5932"/>
        <p:guide pos="4753"/>
        <p:guide pos="4960"/>
        <p:guide pos="5070"/>
        <p:guide orient="horz" pos="2669"/>
        <p:guide pos="897"/>
        <p:guide pos="1170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1.xml"/><Relationship Id="rId21" Type="http://schemas.openxmlformats.org/officeDocument/2006/relationships/font" Target="fonts/font15.fntdata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9.fntdata"/><Relationship Id="rId23" Type="http://schemas.openxmlformats.org/officeDocument/2006/relationships/viewProps" Target="viewProps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머리글 개체 틀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47088" cy="495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18" tIns="45659" rIns="91318" bIns="45659" numCol="1" anchor="t" anchorCtr="0" compatLnSpc="1">
            <a:prstTxWarp prst="textNoShape">
              <a:avLst/>
            </a:prstTxWarp>
          </a:bodyPr>
          <a:lstStyle>
            <a:lvl1pPr>
              <a:defRPr kumimoji="0" sz="1200">
                <a:latin typeface="Malgun Gothic" pitchFamily="50" charset="-127"/>
                <a:ea typeface="Malgun Gothic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3011" name="날짜 개체 틀 2"/>
          <p:cNvSpPr>
            <a:spLocks noGrp="1"/>
          </p:cNvSpPr>
          <p:nvPr>
            <p:ph type="dt" idx="1"/>
          </p:nvPr>
        </p:nvSpPr>
        <p:spPr bwMode="auto">
          <a:xfrm>
            <a:off x="3850587" y="0"/>
            <a:ext cx="2947088" cy="495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18" tIns="45659" rIns="91318" bIns="45659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Malgun Gothic" pitchFamily="50" charset="-127"/>
                <a:ea typeface="Malgun Gothic" pitchFamily="50" charset="-127"/>
              </a:defRPr>
            </a:lvl1pPr>
          </a:lstStyle>
          <a:p>
            <a:fld id="{CA2092B8-B18D-4832-98F5-D226C23AD840}" type="datetimeFigureOut">
              <a:rPr lang="ko-KR" altLang="en-US"/>
              <a:pPr/>
              <a:t>2026-02-23</a:t>
            </a:fld>
            <a:endParaRPr lang="ko-KR" altLang="en-US"/>
          </a:p>
        </p:txBody>
      </p:sp>
      <p:sp>
        <p:nvSpPr>
          <p:cNvPr id="43012" name="슬라이드 이미지 개체 틀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711200" y="744538"/>
            <a:ext cx="5376863" cy="372268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3" name="슬라이드 노트 개체 틀 4"/>
          <p:cNvSpPr>
            <a:spLocks noGrp="1"/>
          </p:cNvSpPr>
          <p:nvPr>
            <p:ph type="body" sz="quarter" idx="3"/>
          </p:nvPr>
        </p:nvSpPr>
        <p:spPr bwMode="auto">
          <a:xfrm>
            <a:off x="679609" y="4716383"/>
            <a:ext cx="5440046" cy="4468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18" tIns="45659" rIns="91318" bIns="456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43014" name="바닥글 개체 틀 5"/>
          <p:cNvSpPr>
            <a:spLocks noGrp="1"/>
          </p:cNvSpPr>
          <p:nvPr>
            <p:ph type="ftr" sz="quarter" idx="4"/>
          </p:nvPr>
        </p:nvSpPr>
        <p:spPr bwMode="auto">
          <a:xfrm>
            <a:off x="0" y="9432766"/>
            <a:ext cx="2947088" cy="495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18" tIns="45659" rIns="91318" bIns="45659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latin typeface="Malgun Gothic" pitchFamily="50" charset="-127"/>
                <a:ea typeface="Malgun Gothic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3015" name="슬라이드 번호 개체 틀 6"/>
          <p:cNvSpPr>
            <a:spLocks noGrp="1"/>
          </p:cNvSpPr>
          <p:nvPr>
            <p:ph type="sldNum" sz="quarter" idx="5"/>
          </p:nvPr>
        </p:nvSpPr>
        <p:spPr bwMode="auto">
          <a:xfrm>
            <a:off x="3850587" y="9432766"/>
            <a:ext cx="2947088" cy="495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18" tIns="45659" rIns="91318" bIns="45659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Malgun Gothic" pitchFamily="50" charset="-127"/>
                <a:ea typeface="Malgun Gothic" pitchFamily="50" charset="-127"/>
              </a:defRPr>
            </a:lvl1pPr>
          </a:lstStyle>
          <a:p>
            <a:fld id="{7A4EE26E-787A-4A7B-A6FD-892A83C54D0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4719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75D374-ECA3-21B2-084F-943616C94877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 txBox="1"/>
          <p:nvPr userDrawn="1"/>
        </p:nvSpPr>
        <p:spPr>
          <a:xfrm>
            <a:off x="5761815" y="192809"/>
            <a:ext cx="3851138" cy="320040"/>
          </a:xfrm>
          <a:prstGeom prst="rect">
            <a:avLst/>
          </a:prstGeom>
          <a:noFill/>
        </p:spPr>
        <p:txBody>
          <a:bodyPr wrap="square" lIns="69516" tIns="34758" rIns="69516" bIns="34758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altLang="ko-KR" sz="1352" spc="-97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Ⅰ. </a:t>
            </a:r>
            <a:r>
              <a:rPr kumimoji="1" lang="ko-KR" altLang="en-US" sz="1352" spc="-97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프로젝트 개요</a:t>
            </a:r>
          </a:p>
        </p:txBody>
      </p:sp>
    </p:spTree>
    <p:extLst>
      <p:ext uri="{BB962C8B-B14F-4D97-AF65-F5344CB8AC3E}">
        <p14:creationId xmlns:p14="http://schemas.microsoft.com/office/powerpoint/2010/main" val="9863858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75D374-ECA3-21B2-084F-943616C94877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 txBox="1"/>
          <p:nvPr userDrawn="1"/>
        </p:nvSpPr>
        <p:spPr>
          <a:xfrm>
            <a:off x="5761815" y="192809"/>
            <a:ext cx="3851138" cy="320040"/>
          </a:xfrm>
          <a:prstGeom prst="rect">
            <a:avLst/>
          </a:prstGeom>
          <a:noFill/>
        </p:spPr>
        <p:txBody>
          <a:bodyPr wrap="square" lIns="69516" tIns="34758" rIns="69516" bIns="34758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altLang="ko-KR" sz="1352" spc="-97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Ⅱ. </a:t>
            </a:r>
            <a:r>
              <a:rPr kumimoji="1" lang="ko-KR" altLang="en-US" sz="1352" spc="-97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시스템 구축</a:t>
            </a:r>
          </a:p>
        </p:txBody>
      </p:sp>
    </p:spTree>
    <p:extLst>
      <p:ext uri="{BB962C8B-B14F-4D97-AF65-F5344CB8AC3E}">
        <p14:creationId xmlns:p14="http://schemas.microsoft.com/office/powerpoint/2010/main" val="11619922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75D374-ECA3-21B2-084F-943616C94877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 txBox="1"/>
          <p:nvPr userDrawn="1"/>
        </p:nvSpPr>
        <p:spPr>
          <a:xfrm>
            <a:off x="5761815" y="192809"/>
            <a:ext cx="3851138" cy="320040"/>
          </a:xfrm>
          <a:prstGeom prst="rect">
            <a:avLst/>
          </a:prstGeom>
          <a:noFill/>
        </p:spPr>
        <p:txBody>
          <a:bodyPr wrap="square" lIns="69516" tIns="34758" rIns="69516" bIns="34758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altLang="ko-KR" sz="1352" spc="-97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Ⅲ. </a:t>
            </a:r>
            <a:r>
              <a:rPr kumimoji="1" lang="ko-KR" altLang="en-US" sz="1352" spc="-97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프로젝트 수행</a:t>
            </a:r>
          </a:p>
        </p:txBody>
      </p:sp>
    </p:spTree>
    <p:extLst>
      <p:ext uri="{BB962C8B-B14F-4D97-AF65-F5344CB8AC3E}">
        <p14:creationId xmlns:p14="http://schemas.microsoft.com/office/powerpoint/2010/main" val="13305488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23624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4131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8215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 userDrawn="1"/>
        </p:nvSpPr>
        <p:spPr bwMode="auto">
          <a:xfrm>
            <a:off x="1157288" y="1700213"/>
            <a:ext cx="1728787" cy="1441450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3000">
                <a:solidFill>
                  <a:schemeClr val="tx1"/>
                </a:solidFill>
                <a:latin typeface="HY견고딕" pitchFamily="18" charset="-127"/>
                <a:ea typeface="굴림" pitchFamily="50" charset="-127"/>
              </a:defRPr>
            </a:lvl1pPr>
            <a:lvl2pPr marL="742950" indent="-285750" eaLnBrk="0" hangingPunct="0">
              <a:defRPr kumimoji="1" sz="3000">
                <a:solidFill>
                  <a:schemeClr val="tx1"/>
                </a:solidFill>
                <a:latin typeface="HY견고딕" pitchFamily="18" charset="-127"/>
                <a:ea typeface="굴림" pitchFamily="50" charset="-127"/>
              </a:defRPr>
            </a:lvl2pPr>
            <a:lvl3pPr marL="1143000" indent="-228600" eaLnBrk="0" hangingPunct="0">
              <a:defRPr kumimoji="1" sz="3000">
                <a:solidFill>
                  <a:schemeClr val="tx1"/>
                </a:solidFill>
                <a:latin typeface="HY견고딕" pitchFamily="18" charset="-127"/>
                <a:ea typeface="굴림" pitchFamily="50" charset="-127"/>
              </a:defRPr>
            </a:lvl3pPr>
            <a:lvl4pPr marL="1600200" indent="-228600" eaLnBrk="0" hangingPunct="0">
              <a:defRPr kumimoji="1" sz="3000">
                <a:solidFill>
                  <a:schemeClr val="tx1"/>
                </a:solidFill>
                <a:latin typeface="HY견고딕" pitchFamily="18" charset="-127"/>
                <a:ea typeface="굴림" pitchFamily="50" charset="-127"/>
              </a:defRPr>
            </a:lvl4pPr>
            <a:lvl5pPr marL="2057400" indent="-228600" eaLnBrk="0" hangingPunct="0">
              <a:defRPr kumimoji="1" sz="3000">
                <a:solidFill>
                  <a:schemeClr val="tx1"/>
                </a:solidFill>
                <a:latin typeface="HY견고딕" pitchFamily="18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HY견고딕" pitchFamily="18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HY견고딕" pitchFamily="18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HY견고딕" pitchFamily="18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HY견고딕" pitchFamily="18" charset="-127"/>
                <a:ea typeface="굴림" pitchFamily="50" charset="-127"/>
              </a:defRPr>
            </a:lvl9pPr>
          </a:lstStyle>
          <a:p>
            <a:pPr eaLnBrk="1" hangingPunct="1"/>
            <a:endParaRPr kumimoji="0" lang="ko-KR" altLang="en-US" sz="1800">
              <a:latin typeface="Malgun Gothic" pitchFamily="50" charset="-127"/>
              <a:ea typeface="Malgun Gothic" pitchFamily="50" charset="-127"/>
            </a:endParaRPr>
          </a:p>
        </p:txBody>
      </p:sp>
      <p:sp>
        <p:nvSpPr>
          <p:cNvPr id="4" name="Line 5"/>
          <p:cNvSpPr>
            <a:spLocks noChangeShapeType="1"/>
          </p:cNvSpPr>
          <p:nvPr userDrawn="1"/>
        </p:nvSpPr>
        <p:spPr bwMode="auto">
          <a:xfrm>
            <a:off x="3101975" y="1700213"/>
            <a:ext cx="5618163" cy="0"/>
          </a:xfrm>
          <a:prstGeom prst="lin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>
              <a:latin typeface="+mn-lt"/>
              <a:ea typeface="+mn-ea"/>
            </a:endParaRPr>
          </a:p>
        </p:txBody>
      </p:sp>
      <p:sp>
        <p:nvSpPr>
          <p:cNvPr id="5" name="Line 6"/>
          <p:cNvSpPr>
            <a:spLocks noChangeShapeType="1"/>
          </p:cNvSpPr>
          <p:nvPr userDrawn="1"/>
        </p:nvSpPr>
        <p:spPr bwMode="auto">
          <a:xfrm>
            <a:off x="3101975" y="3141663"/>
            <a:ext cx="5618163" cy="0"/>
          </a:xfrm>
          <a:prstGeom prst="lin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99544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928671"/>
            <a:ext cx="8915400" cy="51974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제목 개체 틀 1"/>
          <p:cNvSpPr>
            <a:spLocks noGrp="1"/>
          </p:cNvSpPr>
          <p:nvPr>
            <p:ph type="title"/>
          </p:nvPr>
        </p:nvSpPr>
        <p:spPr bwMode="auto">
          <a:xfrm>
            <a:off x="406400" y="71414"/>
            <a:ext cx="8915400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dirty="0" smtClean="0"/>
              <a:t>마스터 제목 스타일 편집</a:t>
            </a: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2AD4F9-4292-48E0-9714-8CCD81B2066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87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제목 개체 틀 1"/>
          <p:cNvSpPr>
            <a:spLocks noGrp="1"/>
          </p:cNvSpPr>
          <p:nvPr>
            <p:ph type="title"/>
          </p:nvPr>
        </p:nvSpPr>
        <p:spPr bwMode="auto">
          <a:xfrm>
            <a:off x="406400" y="71414"/>
            <a:ext cx="8915400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dirty="0" smtClean="0"/>
              <a:t>마스터 제목 스타일 편집</a:t>
            </a: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49158-7362-4B45-B425-4A981E899FE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663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575" y="1600201"/>
            <a:ext cx="474662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48300" y="1600201"/>
            <a:ext cx="474662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제목 개체 틀 1"/>
          <p:cNvSpPr>
            <a:spLocks noGrp="1"/>
          </p:cNvSpPr>
          <p:nvPr>
            <p:ph type="title"/>
          </p:nvPr>
        </p:nvSpPr>
        <p:spPr bwMode="auto">
          <a:xfrm>
            <a:off x="406400" y="71414"/>
            <a:ext cx="8915400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dirty="0" smtClean="0"/>
              <a:t>마스터 제목 스타일 편집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7253B4-4F83-4B1F-A1D2-DF3D2B86D45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259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개체 틀 1"/>
          <p:cNvSpPr>
            <a:spLocks noGrp="1"/>
          </p:cNvSpPr>
          <p:nvPr>
            <p:ph type="title"/>
          </p:nvPr>
        </p:nvSpPr>
        <p:spPr bwMode="auto">
          <a:xfrm>
            <a:off x="406400" y="71414"/>
            <a:ext cx="8915400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ko-KR" altLang="en-US" dirty="0" smtClean="0"/>
              <a:t>마스터 제목 스타일 편집</a:t>
            </a:r>
          </a:p>
        </p:txBody>
      </p:sp>
      <p:sp>
        <p:nvSpPr>
          <p:cNvPr id="3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A7280-B190-4D22-9355-923318AF6E1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840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21688" y="6565900"/>
            <a:ext cx="462625" cy="211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0" hangingPunct="0">
              <a:defRPr sz="9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94F8B5DF-C703-4EAC-8954-2E8182E322EA}" type="slidenum">
              <a:rPr lang="en-US" altLang="ko-KR" kern="0" smtClean="0">
                <a:solidFill>
                  <a:srgbClr val="000000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altLang="ko-KR" kern="0" smtClean="0">
              <a:solidFill>
                <a:srgbClr val="000000"/>
              </a:solidFill>
            </a:endParaRPr>
          </a:p>
        </p:txBody>
      </p:sp>
      <p:sp>
        <p:nvSpPr>
          <p:cNvPr id="8" name="Line 247"/>
          <p:cNvSpPr>
            <a:spLocks noChangeShapeType="1"/>
          </p:cNvSpPr>
          <p:nvPr userDrawn="1"/>
        </p:nvSpPr>
        <p:spPr bwMode="auto">
          <a:xfrm>
            <a:off x="0" y="746125"/>
            <a:ext cx="9906000" cy="0"/>
          </a:xfrm>
          <a:prstGeom prst="lin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198553" y="190499"/>
            <a:ext cx="8424862" cy="517525"/>
          </a:xfrm>
          <a:prstGeom prst="rect">
            <a:avLst/>
          </a:prstGeom>
          <a:effectLst/>
        </p:spPr>
        <p:txBody>
          <a:bodyPr anchor="ctr"/>
          <a:lstStyle>
            <a:lvl1pPr algn="l">
              <a:defRPr sz="2400" baseline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1pPr>
          </a:lstStyle>
          <a:p>
            <a:r>
              <a:rPr lang="ko-KR" altLang="en-US" dirty="0" smtClean="0"/>
              <a:t>마스터 제목 스타일 </a:t>
            </a:r>
            <a:endParaRPr lang="ko-KR" alt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198553" y="801688"/>
            <a:ext cx="9507422" cy="862012"/>
          </a:xfrm>
          <a:prstGeom prst="rect">
            <a:avLst/>
          </a:prstGeom>
        </p:spPr>
        <p:txBody>
          <a:bodyPr/>
          <a:lstStyle>
            <a:lvl1pPr marL="0" indent="0" latinLnBrk="0">
              <a:buFontTx/>
              <a:buNone/>
              <a:defRPr sz="1400" b="1" baseline="0">
                <a:latin typeface="맑은 고딕" pitchFamily="50" charset="-127"/>
                <a:ea typeface="맑은 고딕" pitchFamily="50" charset="-127"/>
              </a:defRPr>
            </a:lvl1pPr>
            <a:lvl2pPr>
              <a:defRPr>
                <a:latin typeface="가는각진제목체" charset="-127"/>
                <a:ea typeface="가는각진제목체" charset="-127"/>
              </a:defRPr>
            </a:lvl2pPr>
            <a:lvl3pPr>
              <a:defRPr>
                <a:latin typeface="가는각진제목체" charset="-127"/>
                <a:ea typeface="가는각진제목체" charset="-127"/>
              </a:defRPr>
            </a:lvl3pPr>
            <a:lvl4pPr>
              <a:defRPr>
                <a:latin typeface="가는각진제목체" charset="-127"/>
                <a:ea typeface="가는각진제목체" charset="-127"/>
              </a:defRPr>
            </a:lvl4pPr>
            <a:lvl5pPr>
              <a:defRPr>
                <a:latin typeface="가는각진제목체" charset="-127"/>
                <a:ea typeface="가는각진제목체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474610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1A2FD86D-1F66-6F98-5088-8FE34ED94514}"/>
              </a:ext>
            </a:extLst>
          </p:cNvPr>
          <p:cNvSpPr/>
          <p:nvPr userDrawn="1"/>
        </p:nvSpPr>
        <p:spPr>
          <a:xfrm>
            <a:off x="0" y="1"/>
            <a:ext cx="9906000" cy="72553"/>
          </a:xfrm>
          <a:prstGeom prst="rect">
            <a:avLst/>
          </a:prstGeom>
          <a:solidFill>
            <a:srgbClr val="264C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z="2897"/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F2D86380-4652-68BF-1E3F-712C7600DEC8}"/>
              </a:ext>
            </a:extLst>
          </p:cNvPr>
          <p:cNvCxnSpPr>
            <a:cxnSpLocks/>
          </p:cNvCxnSpPr>
          <p:nvPr userDrawn="1"/>
        </p:nvCxnSpPr>
        <p:spPr>
          <a:xfrm>
            <a:off x="349483" y="6459747"/>
            <a:ext cx="9207034" cy="0"/>
          </a:xfrm>
          <a:prstGeom prst="line">
            <a:avLst/>
          </a:prstGeom>
          <a:ln w="9525">
            <a:solidFill>
              <a:srgbClr val="008B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5502DA7C-F815-2A7C-FE14-EFFF372A5F3D}"/>
              </a:ext>
            </a:extLst>
          </p:cNvPr>
          <p:cNvCxnSpPr>
            <a:cxnSpLocks/>
          </p:cNvCxnSpPr>
          <p:nvPr userDrawn="1"/>
        </p:nvCxnSpPr>
        <p:spPr>
          <a:xfrm flipV="1">
            <a:off x="617214" y="630497"/>
            <a:ext cx="8956820" cy="15969"/>
          </a:xfrm>
          <a:prstGeom prst="line">
            <a:avLst/>
          </a:prstGeom>
          <a:ln w="9525">
            <a:solidFill>
              <a:srgbClr val="008B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병합 25">
            <a:extLst>
              <a:ext uri="{FF2B5EF4-FFF2-40B4-BE49-F238E27FC236}">
                <a16:creationId xmlns:a16="http://schemas.microsoft.com/office/drawing/2014/main" id="{8C4739CC-F7D6-8700-4860-05BEFB40FDFF}"/>
              </a:ext>
            </a:extLst>
          </p:cNvPr>
          <p:cNvSpPr/>
          <p:nvPr userDrawn="1"/>
        </p:nvSpPr>
        <p:spPr>
          <a:xfrm>
            <a:off x="617214" y="40673"/>
            <a:ext cx="273263" cy="201848"/>
          </a:xfrm>
          <a:prstGeom prst="flowChartMerge">
            <a:avLst/>
          </a:prstGeom>
          <a:solidFill>
            <a:srgbClr val="264C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z="2897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48019" y="6467487"/>
            <a:ext cx="1004864" cy="264237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399948" y="6479240"/>
            <a:ext cx="1174086" cy="24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717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47" r:id="rId1"/>
    <p:sldLayoutId id="2147484748" r:id="rId2"/>
    <p:sldLayoutId id="2147484749" r:id="rId3"/>
    <p:sldLayoutId id="2147484750" r:id="rId4"/>
    <p:sldLayoutId id="2147484751" r:id="rId5"/>
    <p:sldLayoutId id="2147484752" r:id="rId6"/>
  </p:sldLayoutIdLst>
  <p:timing>
    <p:tnLst>
      <p:par>
        <p:cTn id="1" dur="indefinite" restart="never" nodeType="tmRoot"/>
      </p:par>
    </p:tnLst>
  </p:timing>
  <p:txStyles>
    <p:titleStyle>
      <a:lvl1pPr algn="l" defTabSz="882853" rtl="0" eaLnBrk="1" latinLnBrk="0" hangingPunct="1">
        <a:lnSpc>
          <a:spcPct val="90000"/>
        </a:lnSpc>
        <a:spcBef>
          <a:spcPct val="0"/>
        </a:spcBef>
        <a:buNone/>
        <a:defRPr sz="42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0713" indent="-220713" algn="l" defTabSz="882853" rtl="0" eaLnBrk="1" latinLnBrk="0" hangingPunct="1">
        <a:lnSpc>
          <a:spcPct val="90000"/>
        </a:lnSpc>
        <a:spcBef>
          <a:spcPts val="965"/>
        </a:spcBef>
        <a:buFont typeface="Arial" panose="020B0604020202020204" pitchFamily="34" charset="0"/>
        <a:buChar char="•"/>
        <a:defRPr sz="2703" kern="1200">
          <a:solidFill>
            <a:schemeClr val="tx1"/>
          </a:solidFill>
          <a:latin typeface="+mn-lt"/>
          <a:ea typeface="+mn-ea"/>
          <a:cs typeface="+mn-cs"/>
        </a:defRPr>
      </a:lvl1pPr>
      <a:lvl2pPr marL="662140" indent="-220713" algn="l" defTabSz="882853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2317" kern="1200">
          <a:solidFill>
            <a:schemeClr val="tx1"/>
          </a:solidFill>
          <a:latin typeface="+mn-lt"/>
          <a:ea typeface="+mn-ea"/>
          <a:cs typeface="+mn-cs"/>
        </a:defRPr>
      </a:lvl2pPr>
      <a:lvl3pPr marL="1103567" indent="-220713" algn="l" defTabSz="882853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931" kern="1200">
          <a:solidFill>
            <a:schemeClr val="tx1"/>
          </a:solidFill>
          <a:latin typeface="+mn-lt"/>
          <a:ea typeface="+mn-ea"/>
          <a:cs typeface="+mn-cs"/>
        </a:defRPr>
      </a:lvl3pPr>
      <a:lvl4pPr marL="1544993" indent="-220713" algn="l" defTabSz="882853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38" kern="1200">
          <a:solidFill>
            <a:schemeClr val="tx1"/>
          </a:solidFill>
          <a:latin typeface="+mn-lt"/>
          <a:ea typeface="+mn-ea"/>
          <a:cs typeface="+mn-cs"/>
        </a:defRPr>
      </a:lvl4pPr>
      <a:lvl5pPr marL="1986420" indent="-220713" algn="l" defTabSz="882853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38" kern="1200">
          <a:solidFill>
            <a:schemeClr val="tx1"/>
          </a:solidFill>
          <a:latin typeface="+mn-lt"/>
          <a:ea typeface="+mn-ea"/>
          <a:cs typeface="+mn-cs"/>
        </a:defRPr>
      </a:lvl5pPr>
      <a:lvl6pPr marL="2427846" indent="-220713" algn="l" defTabSz="882853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38" kern="1200">
          <a:solidFill>
            <a:schemeClr val="tx1"/>
          </a:solidFill>
          <a:latin typeface="+mn-lt"/>
          <a:ea typeface="+mn-ea"/>
          <a:cs typeface="+mn-cs"/>
        </a:defRPr>
      </a:lvl6pPr>
      <a:lvl7pPr marL="2869273" indent="-220713" algn="l" defTabSz="882853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38" kern="1200">
          <a:solidFill>
            <a:schemeClr val="tx1"/>
          </a:solidFill>
          <a:latin typeface="+mn-lt"/>
          <a:ea typeface="+mn-ea"/>
          <a:cs typeface="+mn-cs"/>
        </a:defRPr>
      </a:lvl7pPr>
      <a:lvl8pPr marL="3310700" indent="-220713" algn="l" defTabSz="882853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38" kern="1200">
          <a:solidFill>
            <a:schemeClr val="tx1"/>
          </a:solidFill>
          <a:latin typeface="+mn-lt"/>
          <a:ea typeface="+mn-ea"/>
          <a:cs typeface="+mn-cs"/>
        </a:defRPr>
      </a:lvl8pPr>
      <a:lvl9pPr marL="3752126" indent="-220713" algn="l" defTabSz="882853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882853" rtl="0" eaLnBrk="1" latinLnBrk="0" hangingPunct="1">
        <a:defRPr sz="1738" kern="1200">
          <a:solidFill>
            <a:schemeClr val="tx1"/>
          </a:solidFill>
          <a:latin typeface="+mn-lt"/>
          <a:ea typeface="+mn-ea"/>
          <a:cs typeface="+mn-cs"/>
        </a:defRPr>
      </a:lvl1pPr>
      <a:lvl2pPr marL="441427" algn="l" defTabSz="882853" rtl="0" eaLnBrk="1" latinLnBrk="0" hangingPunct="1">
        <a:defRPr sz="1738" kern="1200">
          <a:solidFill>
            <a:schemeClr val="tx1"/>
          </a:solidFill>
          <a:latin typeface="+mn-lt"/>
          <a:ea typeface="+mn-ea"/>
          <a:cs typeface="+mn-cs"/>
        </a:defRPr>
      </a:lvl2pPr>
      <a:lvl3pPr marL="882853" algn="l" defTabSz="882853" rtl="0" eaLnBrk="1" latinLnBrk="0" hangingPunct="1">
        <a:defRPr sz="1738" kern="1200">
          <a:solidFill>
            <a:schemeClr val="tx1"/>
          </a:solidFill>
          <a:latin typeface="+mn-lt"/>
          <a:ea typeface="+mn-ea"/>
          <a:cs typeface="+mn-cs"/>
        </a:defRPr>
      </a:lvl3pPr>
      <a:lvl4pPr marL="1324280" algn="l" defTabSz="882853" rtl="0" eaLnBrk="1" latinLnBrk="0" hangingPunct="1">
        <a:defRPr sz="1738" kern="1200">
          <a:solidFill>
            <a:schemeClr val="tx1"/>
          </a:solidFill>
          <a:latin typeface="+mn-lt"/>
          <a:ea typeface="+mn-ea"/>
          <a:cs typeface="+mn-cs"/>
        </a:defRPr>
      </a:lvl4pPr>
      <a:lvl5pPr marL="1765706" algn="l" defTabSz="882853" rtl="0" eaLnBrk="1" latinLnBrk="0" hangingPunct="1">
        <a:defRPr sz="1738" kern="1200">
          <a:solidFill>
            <a:schemeClr val="tx1"/>
          </a:solidFill>
          <a:latin typeface="+mn-lt"/>
          <a:ea typeface="+mn-ea"/>
          <a:cs typeface="+mn-cs"/>
        </a:defRPr>
      </a:lvl5pPr>
      <a:lvl6pPr marL="2207133" algn="l" defTabSz="882853" rtl="0" eaLnBrk="1" latinLnBrk="0" hangingPunct="1">
        <a:defRPr sz="1738" kern="1200">
          <a:solidFill>
            <a:schemeClr val="tx1"/>
          </a:solidFill>
          <a:latin typeface="+mn-lt"/>
          <a:ea typeface="+mn-ea"/>
          <a:cs typeface="+mn-cs"/>
        </a:defRPr>
      </a:lvl6pPr>
      <a:lvl7pPr marL="2648560" algn="l" defTabSz="882853" rtl="0" eaLnBrk="1" latinLnBrk="0" hangingPunct="1">
        <a:defRPr sz="1738" kern="1200">
          <a:solidFill>
            <a:schemeClr val="tx1"/>
          </a:solidFill>
          <a:latin typeface="+mn-lt"/>
          <a:ea typeface="+mn-ea"/>
          <a:cs typeface="+mn-cs"/>
        </a:defRPr>
      </a:lvl7pPr>
      <a:lvl8pPr marL="3089986" algn="l" defTabSz="882853" rtl="0" eaLnBrk="1" latinLnBrk="0" hangingPunct="1">
        <a:defRPr sz="1738" kern="1200">
          <a:solidFill>
            <a:schemeClr val="tx1"/>
          </a:solidFill>
          <a:latin typeface="+mn-lt"/>
          <a:ea typeface="+mn-ea"/>
          <a:cs typeface="+mn-cs"/>
        </a:defRPr>
      </a:lvl8pPr>
      <a:lvl9pPr marL="3531413" algn="l" defTabSz="882853" rtl="0" eaLnBrk="1" latinLnBrk="0" hangingPunct="1">
        <a:defRPr sz="17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530">
          <p15:clr>
            <a:srgbClr val="F26B43"/>
          </p15:clr>
        </p15:guide>
        <p15:guide id="2" pos="215">
          <p15:clr>
            <a:srgbClr val="F26B43"/>
          </p15:clr>
        </p15:guide>
        <p15:guide id="3" pos="624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06400" y="71438"/>
            <a:ext cx="89154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Line 6"/>
          <p:cNvSpPr>
            <a:spLocks noChangeShapeType="1"/>
          </p:cNvSpPr>
          <p:nvPr/>
        </p:nvSpPr>
        <p:spPr bwMode="gray">
          <a:xfrm>
            <a:off x="438150" y="550863"/>
            <a:ext cx="9107488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/>
        </p:spPr>
        <p:txBody>
          <a:bodyPr wrap="none" anchor="ctr"/>
          <a:lstStyle/>
          <a:p>
            <a:pPr>
              <a:lnSpc>
                <a:spcPct val="120000"/>
              </a:lnSpc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HY견고딕" pitchFamily="18" charset="-127"/>
            </a:endParaRP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2113" y="6492875"/>
            <a:ext cx="600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kumimoji="0" sz="1200" b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그래픽M" pitchFamily="18" charset="-127"/>
                <a:ea typeface="HY그래픽M" pitchFamily="18" charset="-127"/>
              </a:defRPr>
            </a:lvl1pPr>
          </a:lstStyle>
          <a:p>
            <a:pPr>
              <a:defRPr/>
            </a:pPr>
            <a:fld id="{691DAAA5-75F7-47C7-B2F3-78CC41D9849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38150" y="6531437"/>
            <a:ext cx="1132799" cy="288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010915" y="6549437"/>
            <a:ext cx="1271198" cy="252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44" r:id="rId1"/>
    <p:sldLayoutId id="2147484740" r:id="rId2"/>
    <p:sldLayoutId id="2147484741" r:id="rId3"/>
    <p:sldLayoutId id="2147484742" r:id="rId4"/>
    <p:sldLayoutId id="2147484743" r:id="rId5"/>
    <p:sldLayoutId id="2147484745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000" kern="1200">
          <a:solidFill>
            <a:srgbClr val="0D0D0D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000">
          <a:solidFill>
            <a:srgbClr val="0D0D0D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000">
          <a:solidFill>
            <a:srgbClr val="0D0D0D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000">
          <a:solidFill>
            <a:srgbClr val="0D0D0D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000">
          <a:solidFill>
            <a:srgbClr val="0D0D0D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rgbClr val="595959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rgbClr val="595959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rgbClr val="595959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rgbClr val="59595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HY그래픽M" pitchFamily="18" charset="-127"/>
          <a:ea typeface="HY그래픽M" pitchFamily="18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Y그래픽M" pitchFamily="18" charset="-127"/>
          <a:ea typeface="HY그래픽M" pitchFamily="18" charset="-127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HY그래픽M" pitchFamily="18" charset="-127"/>
          <a:ea typeface="HY그래픽M" pitchFamily="18" charset="-127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HY그래픽M" pitchFamily="18" charset="-127"/>
          <a:ea typeface="HY그래픽M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HY그래픽M" pitchFamily="18" charset="-127"/>
          <a:ea typeface="HY그래픽M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0"/>
          <p:cNvSpPr>
            <a:spLocks noGrp="1"/>
          </p:cNvSpPr>
          <p:nvPr>
            <p:ph type="title"/>
          </p:nvPr>
        </p:nvSpPr>
        <p:spPr>
          <a:xfrm>
            <a:off x="406400" y="71438"/>
            <a:ext cx="8915400" cy="546100"/>
          </a:xfrm>
          <a:ln/>
        </p:spPr>
        <p:txBody>
          <a:bodyPr/>
          <a:lstStyle/>
          <a:p>
            <a:pPr marL="268288" indent="-268288">
              <a:buFont typeface="+mj-lt"/>
              <a:buAutoNum type="romanUcPeriod"/>
            </a:pPr>
            <a:r>
              <a:rPr lang="ko-KR" altLang="en-US" b="1" dirty="0" smtClean="0">
                <a:solidFill>
                  <a:srgbClr val="0000FF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요청</a:t>
            </a:r>
            <a:r>
              <a:rPr lang="en-US" altLang="ko-KR" b="1" dirty="0" smtClean="0">
                <a:solidFill>
                  <a:srgbClr val="0000FF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/</a:t>
            </a:r>
            <a:r>
              <a:rPr lang="ko-KR" altLang="en-US" b="1" dirty="0" smtClean="0">
                <a:solidFill>
                  <a:srgbClr val="0000FF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응답 간 </a:t>
            </a:r>
            <a:r>
              <a:rPr lang="en-US" altLang="ko-KR" b="1" dirty="0" smtClean="0">
                <a:solidFill>
                  <a:srgbClr val="0000FF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JSON </a:t>
            </a:r>
            <a:r>
              <a:rPr lang="ko-KR" altLang="en-US" b="1" dirty="0" smtClean="0">
                <a:solidFill>
                  <a:srgbClr val="0000FF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구조 정의</a:t>
            </a:r>
            <a:endParaRPr lang="ko-KR" altLang="en-US" b="1" dirty="0" smtClean="0">
              <a:solidFill>
                <a:srgbClr val="0000FF"/>
              </a:solidFill>
              <a:latin typeface="원신한 Bold" panose="020B0803000000000000" pitchFamily="50" charset="-127"/>
              <a:ea typeface="원신한 Bold" panose="020B080300000000000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97016" y="1087869"/>
            <a:ext cx="576064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{</a:t>
            </a:r>
          </a:p>
          <a:p>
            <a:r>
              <a:rPr lang="en-US" altLang="ko-KR" sz="1200" dirty="0">
                <a:latin typeface="+mn-ea"/>
                <a:ea typeface="+mn-ea"/>
              </a:rPr>
              <a:t>  </a:t>
            </a:r>
            <a:r>
              <a:rPr lang="en-US" altLang="ko-KR" sz="1200" dirty="0" smtClean="0">
                <a:latin typeface="+mn-ea"/>
                <a:ea typeface="+mn-ea"/>
              </a:rPr>
              <a:t>“success": true,          // API </a:t>
            </a:r>
            <a:r>
              <a:rPr lang="ko-KR" altLang="en-US" sz="1200" dirty="0" smtClean="0">
                <a:latin typeface="+mn-ea"/>
                <a:ea typeface="+mn-ea"/>
              </a:rPr>
              <a:t>호출 성공 여부</a:t>
            </a: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en-US" altLang="ko-KR" sz="1200" dirty="0" smtClean="0">
                <a:latin typeface="+mn-ea"/>
                <a:ea typeface="+mn-ea"/>
              </a:rPr>
              <a:t>(true/false)</a:t>
            </a:r>
          </a:p>
          <a:p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en-US" altLang="ko-KR" sz="1200" dirty="0" smtClean="0">
                <a:latin typeface="+mn-ea"/>
                <a:ea typeface="+mn-ea"/>
              </a:rPr>
              <a:t> “code”: “0000”,       // </a:t>
            </a:r>
            <a:r>
              <a:rPr lang="ko-KR" altLang="en-US" sz="1200" dirty="0" smtClean="0">
                <a:latin typeface="+mn-ea"/>
                <a:ea typeface="+mn-ea"/>
              </a:rPr>
              <a:t>비즈니스 응답 코드 </a:t>
            </a:r>
            <a:r>
              <a:rPr lang="en-US" altLang="ko-KR" sz="1200" dirty="0" smtClean="0">
                <a:latin typeface="+mn-ea"/>
                <a:ea typeface="+mn-ea"/>
              </a:rPr>
              <a:t>(</a:t>
            </a:r>
            <a:r>
              <a:rPr lang="ko-KR" altLang="en-US" sz="1200" dirty="0" err="1" smtClean="0">
                <a:latin typeface="+mn-ea"/>
                <a:ea typeface="+mn-ea"/>
              </a:rPr>
              <a:t>성공시</a:t>
            </a:r>
            <a:r>
              <a:rPr lang="ko-KR" altLang="en-US" sz="1200" dirty="0" smtClean="0">
                <a:latin typeface="+mn-ea"/>
                <a:ea typeface="+mn-ea"/>
              </a:rPr>
              <a:t> </a:t>
            </a:r>
            <a:r>
              <a:rPr lang="en-US" altLang="ko-KR" sz="1200" dirty="0" smtClean="0">
                <a:latin typeface="+mn-ea"/>
                <a:ea typeface="+mn-ea"/>
              </a:rPr>
              <a:t>0000, </a:t>
            </a:r>
            <a:r>
              <a:rPr lang="ko-KR" altLang="en-US" sz="1200" dirty="0" err="1" smtClean="0">
                <a:latin typeface="+mn-ea"/>
                <a:ea typeface="+mn-ea"/>
              </a:rPr>
              <a:t>실패시</a:t>
            </a:r>
            <a:r>
              <a:rPr lang="ko-KR" altLang="en-US" sz="1200" dirty="0" smtClean="0">
                <a:latin typeface="+mn-ea"/>
                <a:ea typeface="+mn-ea"/>
              </a:rPr>
              <a:t> </a:t>
            </a:r>
            <a:r>
              <a:rPr lang="ko-KR" altLang="en-US" sz="1200" dirty="0" err="1" smtClean="0">
                <a:latin typeface="+mn-ea"/>
                <a:ea typeface="+mn-ea"/>
              </a:rPr>
              <a:t>에러코드</a:t>
            </a:r>
            <a:r>
              <a:rPr lang="en-US" altLang="ko-KR" sz="1200" dirty="0" smtClean="0">
                <a:latin typeface="+mn-ea"/>
                <a:ea typeface="+mn-ea"/>
              </a:rPr>
              <a:t>)</a:t>
            </a:r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  "message": </a:t>
            </a:r>
            <a:r>
              <a:rPr lang="en-US" altLang="ko-KR" sz="1200" dirty="0" smtClean="0">
                <a:latin typeface="+mn-ea"/>
                <a:ea typeface="+mn-ea"/>
              </a:rPr>
              <a:t>“</a:t>
            </a:r>
            <a:r>
              <a:rPr lang="ko-KR" altLang="en-US" sz="1200" dirty="0" err="1" smtClean="0">
                <a:latin typeface="+mn-ea"/>
                <a:ea typeface="+mn-ea"/>
              </a:rPr>
              <a:t>정상처리되었습니다</a:t>
            </a:r>
            <a:r>
              <a:rPr lang="en-US" altLang="ko-KR" sz="1200" dirty="0" smtClean="0">
                <a:latin typeface="+mn-ea"/>
                <a:ea typeface="+mn-ea"/>
              </a:rPr>
              <a:t>.", // </a:t>
            </a:r>
            <a:r>
              <a:rPr lang="ko-KR" altLang="en-US" sz="1200" dirty="0" smtClean="0">
                <a:latin typeface="+mn-ea"/>
                <a:ea typeface="+mn-ea"/>
              </a:rPr>
              <a:t>사용자 또는 개발자에게 노출할 메시지</a:t>
            </a:r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  "data": {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"</a:t>
            </a:r>
            <a:r>
              <a:rPr lang="en-US" altLang="ko-KR" sz="1200" dirty="0" err="1">
                <a:latin typeface="+mn-ea"/>
                <a:ea typeface="+mn-ea"/>
              </a:rPr>
              <a:t>totalpage</a:t>
            </a:r>
            <a:r>
              <a:rPr lang="en-US" altLang="ko-KR" sz="1200" dirty="0">
                <a:latin typeface="+mn-ea"/>
                <a:ea typeface="+mn-ea"/>
              </a:rPr>
              <a:t>": 7,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"</a:t>
            </a:r>
            <a:r>
              <a:rPr lang="en-US" altLang="ko-KR" sz="1200" dirty="0" err="1">
                <a:latin typeface="+mn-ea"/>
                <a:ea typeface="+mn-ea"/>
              </a:rPr>
              <a:t>startPage</a:t>
            </a:r>
            <a:r>
              <a:rPr lang="en-US" altLang="ko-KR" sz="1200" dirty="0">
                <a:latin typeface="+mn-ea"/>
                <a:ea typeface="+mn-ea"/>
              </a:rPr>
              <a:t>": 1,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"</a:t>
            </a:r>
            <a:r>
              <a:rPr lang="en-US" altLang="ko-KR" sz="1200" dirty="0" err="1">
                <a:latin typeface="+mn-ea"/>
                <a:ea typeface="+mn-ea"/>
              </a:rPr>
              <a:t>mtxCt</a:t>
            </a:r>
            <a:r>
              <a:rPr lang="en-US" altLang="ko-KR" sz="1200" dirty="0">
                <a:latin typeface="+mn-ea"/>
                <a:ea typeface="+mn-ea"/>
              </a:rPr>
              <a:t>": 10</a:t>
            </a:r>
            <a:r>
              <a:rPr lang="en-US" altLang="ko-KR" sz="1200" dirty="0" smtClean="0">
                <a:latin typeface="+mn-ea"/>
                <a:ea typeface="+mn-ea"/>
              </a:rPr>
              <a:t>,         // </a:t>
            </a:r>
            <a:r>
              <a:rPr lang="en-US" altLang="ko-KR" sz="1200" dirty="0" err="1" smtClean="0">
                <a:latin typeface="+mn-ea"/>
                <a:ea typeface="+mn-ea"/>
              </a:rPr>
              <a:t>mtxTt</a:t>
            </a:r>
            <a:r>
              <a:rPr lang="en-US" altLang="ko-KR" sz="1200" dirty="0" smtClean="0">
                <a:latin typeface="+mn-ea"/>
                <a:ea typeface="+mn-ea"/>
              </a:rPr>
              <a:t> </a:t>
            </a:r>
            <a:r>
              <a:rPr lang="ko-KR" altLang="en-US" sz="1200" dirty="0" smtClean="0">
                <a:latin typeface="+mn-ea"/>
                <a:ea typeface="+mn-ea"/>
              </a:rPr>
              <a:t>의 </a:t>
            </a:r>
            <a:r>
              <a:rPr lang="en-US" altLang="ko-KR" sz="1200" dirty="0" smtClean="0">
                <a:latin typeface="+mn-ea"/>
                <a:ea typeface="+mn-ea"/>
              </a:rPr>
              <a:t>array </a:t>
            </a:r>
            <a:r>
              <a:rPr lang="ko-KR" altLang="en-US" sz="1200" dirty="0" smtClean="0">
                <a:latin typeface="+mn-ea"/>
                <a:ea typeface="+mn-ea"/>
              </a:rPr>
              <a:t>사이즈</a:t>
            </a:r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    "</a:t>
            </a:r>
            <a:r>
              <a:rPr lang="en-US" altLang="ko-KR" sz="1200" dirty="0" err="1">
                <a:latin typeface="+mn-ea"/>
                <a:ea typeface="+mn-ea"/>
              </a:rPr>
              <a:t>totcnt</a:t>
            </a:r>
            <a:r>
              <a:rPr lang="en-US" altLang="ko-KR" sz="1200" dirty="0">
                <a:latin typeface="+mn-ea"/>
                <a:ea typeface="+mn-ea"/>
              </a:rPr>
              <a:t>": 65,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"</a:t>
            </a:r>
            <a:r>
              <a:rPr lang="en-US" altLang="ko-KR" sz="1200" dirty="0" err="1">
                <a:latin typeface="+mn-ea"/>
                <a:ea typeface="+mn-ea"/>
              </a:rPr>
              <a:t>endPage</a:t>
            </a:r>
            <a:r>
              <a:rPr lang="en-US" altLang="ko-KR" sz="1200" dirty="0">
                <a:latin typeface="+mn-ea"/>
                <a:ea typeface="+mn-ea"/>
              </a:rPr>
              <a:t>": 7,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"</a:t>
            </a:r>
            <a:r>
              <a:rPr lang="en-US" altLang="ko-KR" sz="1200" dirty="0" err="1">
                <a:latin typeface="+mn-ea"/>
                <a:ea typeface="+mn-ea"/>
              </a:rPr>
              <a:t>mtxTt</a:t>
            </a:r>
            <a:r>
              <a:rPr lang="en-US" altLang="ko-KR" sz="1200" dirty="0">
                <a:latin typeface="+mn-ea"/>
                <a:ea typeface="+mn-ea"/>
              </a:rPr>
              <a:t>": [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{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"</a:t>
            </a:r>
            <a:r>
              <a:rPr lang="en-US" altLang="ko-KR" sz="1200" dirty="0" err="1">
                <a:latin typeface="+mn-ea"/>
                <a:ea typeface="+mn-ea"/>
              </a:rPr>
              <a:t>cusSnmNm</a:t>
            </a:r>
            <a:r>
              <a:rPr lang="en-US" altLang="ko-KR" sz="1200" dirty="0">
                <a:latin typeface="+mn-ea"/>
                <a:ea typeface="+mn-ea"/>
              </a:rPr>
              <a:t>": "</a:t>
            </a:r>
            <a:r>
              <a:rPr lang="ko-KR" altLang="en-US" sz="1200" dirty="0">
                <a:latin typeface="+mn-ea"/>
                <a:ea typeface="+mn-ea"/>
              </a:rPr>
              <a:t>有限会社</a:t>
            </a:r>
            <a:r>
              <a:rPr lang="ja-JP" altLang="en-US" sz="1200" dirty="0">
                <a:latin typeface="+mn-ea"/>
                <a:ea typeface="+mn-ea"/>
              </a:rPr>
              <a:t>ナニワコーポレーション</a:t>
            </a:r>
            <a:r>
              <a:rPr lang="en-US" altLang="ja-JP" sz="1200" dirty="0">
                <a:latin typeface="+mn-ea"/>
                <a:ea typeface="+mn-ea"/>
              </a:rPr>
              <a:t>",</a:t>
            </a:r>
          </a:p>
          <a:p>
            <a:r>
              <a:rPr lang="en-US" altLang="ja-JP" sz="1200" dirty="0">
                <a:latin typeface="+mn-ea"/>
                <a:ea typeface="+mn-ea"/>
              </a:rPr>
              <a:t>        "</a:t>
            </a:r>
            <a:r>
              <a:rPr lang="en-US" altLang="ko-KR" sz="1200" dirty="0" err="1">
                <a:latin typeface="+mn-ea"/>
                <a:ea typeface="+mn-ea"/>
              </a:rPr>
              <a:t>altNm</a:t>
            </a:r>
            <a:r>
              <a:rPr lang="en-US" altLang="ko-KR" sz="1200" dirty="0">
                <a:latin typeface="+mn-ea"/>
                <a:ea typeface="+mn-ea"/>
              </a:rPr>
              <a:t>": "",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"</a:t>
            </a:r>
            <a:r>
              <a:rPr lang="en-US" altLang="ko-KR" sz="1200" dirty="0" err="1">
                <a:latin typeface="+mn-ea"/>
                <a:ea typeface="+mn-ea"/>
              </a:rPr>
              <a:t>dpNm</a:t>
            </a:r>
            <a:r>
              <a:rPr lang="en-US" altLang="ko-KR" sz="1200" dirty="0">
                <a:latin typeface="+mn-ea"/>
                <a:ea typeface="+mn-ea"/>
              </a:rPr>
              <a:t>": "8096manger",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"</a:t>
            </a:r>
            <a:r>
              <a:rPr lang="en-US" altLang="ko-KR" sz="1200" dirty="0" err="1">
                <a:latin typeface="+mn-ea"/>
                <a:ea typeface="+mn-ea"/>
              </a:rPr>
              <a:t>cpAddr</a:t>
            </a:r>
            <a:r>
              <a:rPr lang="en-US" altLang="ko-KR" sz="1200" dirty="0">
                <a:latin typeface="+mn-ea"/>
                <a:ea typeface="+mn-ea"/>
              </a:rPr>
              <a:t>": "</a:t>
            </a:r>
            <a:r>
              <a:rPr lang="ko-KR" altLang="en-US" sz="1200" dirty="0">
                <a:latin typeface="+mn-ea"/>
                <a:ea typeface="+mn-ea"/>
              </a:rPr>
              <a:t>東京都 千代田区 丸</a:t>
            </a:r>
            <a:r>
              <a:rPr lang="ja-JP" altLang="en-US" sz="1200" dirty="0">
                <a:latin typeface="+mn-ea"/>
                <a:ea typeface="+mn-ea"/>
              </a:rPr>
              <a:t>の</a:t>
            </a:r>
            <a:r>
              <a:rPr lang="ko-KR" altLang="en-US" sz="1200" dirty="0">
                <a:latin typeface="+mn-ea"/>
                <a:ea typeface="+mn-ea"/>
              </a:rPr>
              <a:t>内</a:t>
            </a:r>
            <a:r>
              <a:rPr lang="en-US" altLang="ko-KR" sz="1200" dirty="0">
                <a:latin typeface="+mn-ea"/>
                <a:ea typeface="+mn-ea"/>
              </a:rPr>
              <a:t>",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"</a:t>
            </a:r>
            <a:r>
              <a:rPr lang="en-US" altLang="ko-KR" sz="1200" dirty="0" err="1">
                <a:latin typeface="+mn-ea"/>
                <a:ea typeface="+mn-ea"/>
              </a:rPr>
              <a:t>cusNo</a:t>
            </a:r>
            <a:r>
              <a:rPr lang="en-US" altLang="ko-KR" sz="1200" dirty="0">
                <a:latin typeface="+mn-ea"/>
                <a:ea typeface="+mn-ea"/>
              </a:rPr>
              <a:t>": "1700482775",</a:t>
            </a:r>
          </a:p>
          <a:p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      },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{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"</a:t>
            </a:r>
            <a:r>
              <a:rPr lang="en-US" altLang="ko-KR" sz="1200" dirty="0" err="1">
                <a:latin typeface="+mn-ea"/>
                <a:ea typeface="+mn-ea"/>
              </a:rPr>
              <a:t>cusSnmNm</a:t>
            </a:r>
            <a:r>
              <a:rPr lang="en-US" altLang="ko-KR" sz="1200" dirty="0">
                <a:latin typeface="+mn-ea"/>
                <a:ea typeface="+mn-ea"/>
              </a:rPr>
              <a:t>": "</a:t>
            </a:r>
            <a:r>
              <a:rPr lang="ko-KR" altLang="en-US" sz="1200" dirty="0">
                <a:latin typeface="+mn-ea"/>
                <a:ea typeface="+mn-ea"/>
              </a:rPr>
              <a:t>有限会社</a:t>
            </a:r>
            <a:r>
              <a:rPr lang="ja-JP" altLang="en-US" sz="1200" dirty="0">
                <a:latin typeface="+mn-ea"/>
                <a:ea typeface="+mn-ea"/>
              </a:rPr>
              <a:t>ナニワコーポレーション</a:t>
            </a:r>
            <a:r>
              <a:rPr lang="en-US" altLang="ja-JP" sz="1200" dirty="0">
                <a:latin typeface="+mn-ea"/>
                <a:ea typeface="+mn-ea"/>
              </a:rPr>
              <a:t>",</a:t>
            </a:r>
          </a:p>
          <a:p>
            <a:r>
              <a:rPr lang="en-US" altLang="ja-JP" sz="1200" dirty="0">
                <a:latin typeface="+mn-ea"/>
                <a:ea typeface="+mn-ea"/>
              </a:rPr>
              <a:t>        "</a:t>
            </a:r>
            <a:r>
              <a:rPr lang="en-US" altLang="ko-KR" sz="1200" dirty="0" err="1">
                <a:latin typeface="+mn-ea"/>
                <a:ea typeface="+mn-ea"/>
              </a:rPr>
              <a:t>altNm</a:t>
            </a:r>
            <a:r>
              <a:rPr lang="en-US" altLang="ko-KR" sz="1200" dirty="0">
                <a:latin typeface="+mn-ea"/>
                <a:ea typeface="+mn-ea"/>
              </a:rPr>
              <a:t>": "",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"</a:t>
            </a:r>
            <a:r>
              <a:rPr lang="en-US" altLang="ko-KR" sz="1200" dirty="0" err="1">
                <a:latin typeface="+mn-ea"/>
                <a:ea typeface="+mn-ea"/>
              </a:rPr>
              <a:t>dpNm</a:t>
            </a:r>
            <a:r>
              <a:rPr lang="en-US" altLang="ko-KR" sz="1200" dirty="0">
                <a:latin typeface="+mn-ea"/>
                <a:ea typeface="+mn-ea"/>
              </a:rPr>
              <a:t>": "8069keyman",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"</a:t>
            </a:r>
            <a:r>
              <a:rPr lang="en-US" altLang="ko-KR" sz="1200" dirty="0" err="1">
                <a:latin typeface="+mn-ea"/>
                <a:ea typeface="+mn-ea"/>
              </a:rPr>
              <a:t>cpAddr</a:t>
            </a:r>
            <a:r>
              <a:rPr lang="en-US" altLang="ko-KR" sz="1200" dirty="0">
                <a:latin typeface="+mn-ea"/>
                <a:ea typeface="+mn-ea"/>
              </a:rPr>
              <a:t>": "</a:t>
            </a:r>
            <a:r>
              <a:rPr lang="ko-KR" altLang="en-US" sz="1200" dirty="0">
                <a:latin typeface="+mn-ea"/>
                <a:ea typeface="+mn-ea"/>
              </a:rPr>
              <a:t>東京都 千代田区 大手町</a:t>
            </a:r>
            <a:r>
              <a:rPr lang="en-US" altLang="ko-KR" sz="1200" dirty="0">
                <a:latin typeface="+mn-ea"/>
                <a:ea typeface="+mn-ea"/>
              </a:rPr>
              <a:t>",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"</a:t>
            </a:r>
            <a:r>
              <a:rPr lang="en-US" altLang="ko-KR" sz="1200" dirty="0" err="1">
                <a:latin typeface="+mn-ea"/>
                <a:ea typeface="+mn-ea"/>
              </a:rPr>
              <a:t>cusNo</a:t>
            </a:r>
            <a:r>
              <a:rPr lang="en-US" altLang="ko-KR" sz="1200" dirty="0">
                <a:latin typeface="+mn-ea"/>
                <a:ea typeface="+mn-ea"/>
              </a:rPr>
              <a:t>": "1700482775",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}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]</a:t>
            </a:r>
          </a:p>
          <a:p>
            <a:r>
              <a:rPr lang="en-US" altLang="ko-KR" sz="1200" dirty="0">
                <a:latin typeface="+mn-ea"/>
                <a:ea typeface="+mn-ea"/>
              </a:rPr>
              <a:t>  </a:t>
            </a:r>
            <a:r>
              <a:rPr lang="en-US" altLang="ko-KR" sz="1200" dirty="0" smtClean="0">
                <a:latin typeface="+mn-ea"/>
                <a:ea typeface="+mn-ea"/>
              </a:rPr>
              <a:t>},</a:t>
            </a:r>
          </a:p>
          <a:p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en-US" altLang="ko-KR" sz="1200" dirty="0" smtClean="0">
                <a:latin typeface="+mn-ea"/>
                <a:ea typeface="+mn-ea"/>
              </a:rPr>
              <a:t> “errors”: {	//  success </a:t>
            </a:r>
            <a:r>
              <a:rPr lang="ko-KR" altLang="en-US" sz="1200" dirty="0" smtClean="0">
                <a:latin typeface="+mn-ea"/>
                <a:ea typeface="+mn-ea"/>
              </a:rPr>
              <a:t>가 </a:t>
            </a:r>
            <a:r>
              <a:rPr lang="en-US" altLang="ko-KR" sz="1200" dirty="0" smtClean="0">
                <a:latin typeface="+mn-ea"/>
                <a:ea typeface="+mn-ea"/>
              </a:rPr>
              <a:t>false</a:t>
            </a:r>
            <a:r>
              <a:rPr lang="ko-KR" altLang="en-US" sz="1200" dirty="0" smtClean="0">
                <a:latin typeface="+mn-ea"/>
                <a:ea typeface="+mn-ea"/>
              </a:rPr>
              <a:t>인 경우에만 값 존재함</a:t>
            </a:r>
            <a:endParaRPr lang="en-US" altLang="ko-KR" sz="1200" dirty="0" smtClean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en-US" altLang="ko-KR" sz="1200" dirty="0" smtClean="0">
                <a:latin typeface="+mn-ea"/>
                <a:ea typeface="+mn-ea"/>
              </a:rPr>
              <a:t> }</a:t>
            </a:r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}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97016" y="764704"/>
            <a:ext cx="4368800" cy="3231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500" dirty="0" smtClean="0">
                <a:latin typeface="+mn-ea"/>
                <a:ea typeface="+mn-ea"/>
              </a:rPr>
              <a:t>응답</a:t>
            </a:r>
            <a:r>
              <a:rPr lang="en-US" altLang="ko-KR" sz="1500" dirty="0" smtClean="0">
                <a:latin typeface="+mn-ea"/>
                <a:ea typeface="+mn-ea"/>
              </a:rPr>
              <a:t>(response) – data</a:t>
            </a:r>
            <a:r>
              <a:rPr lang="ko-KR" altLang="en-US" sz="1500" dirty="0" smtClean="0">
                <a:latin typeface="+mn-ea"/>
                <a:ea typeface="+mn-ea"/>
              </a:rPr>
              <a:t>가 </a:t>
            </a:r>
            <a:r>
              <a:rPr lang="en-US" altLang="ko-KR" sz="1500" dirty="0" smtClean="0">
                <a:latin typeface="+mn-ea"/>
                <a:ea typeface="+mn-ea"/>
              </a:rPr>
              <a:t>Array </a:t>
            </a:r>
            <a:r>
              <a:rPr lang="ko-KR" altLang="en-US" sz="1500" dirty="0" smtClean="0">
                <a:latin typeface="+mn-ea"/>
                <a:ea typeface="+mn-ea"/>
              </a:rPr>
              <a:t>형태인 경우</a:t>
            </a:r>
            <a:endParaRPr lang="ko-KR" altLang="en-US" sz="1500" dirty="0">
              <a:latin typeface="+mn-ea"/>
              <a:ea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289704" y="1087869"/>
            <a:ext cx="43688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+mn-ea"/>
                <a:ea typeface="+mn-ea"/>
              </a:rPr>
              <a:t>{ /* </a:t>
            </a:r>
            <a:r>
              <a:rPr lang="ko-KR" altLang="en-US" sz="1200" dirty="0" smtClean="0">
                <a:latin typeface="+mn-ea"/>
                <a:ea typeface="+mn-ea"/>
              </a:rPr>
              <a:t>기업</a:t>
            </a:r>
            <a:r>
              <a:rPr lang="en-US" altLang="ko-KR" sz="1200" dirty="0" smtClean="0">
                <a:latin typeface="+mn-ea"/>
                <a:ea typeface="+mn-ea"/>
              </a:rPr>
              <a:t>CRM */</a:t>
            </a:r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  "code": "0000",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"message": </a:t>
            </a:r>
            <a:r>
              <a:rPr lang="en-US" altLang="ko-KR" sz="1200" dirty="0" smtClean="0">
                <a:latin typeface="+mn-ea"/>
                <a:ea typeface="+mn-ea"/>
              </a:rPr>
              <a:t>"success",</a:t>
            </a:r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  "data": {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"</a:t>
            </a:r>
            <a:r>
              <a:rPr lang="en-US" altLang="ko-KR" sz="1200" dirty="0" err="1">
                <a:latin typeface="+mn-ea"/>
                <a:ea typeface="+mn-ea"/>
              </a:rPr>
              <a:t>totalpage</a:t>
            </a:r>
            <a:r>
              <a:rPr lang="en-US" altLang="ko-KR" sz="1200" dirty="0">
                <a:latin typeface="+mn-ea"/>
                <a:ea typeface="+mn-ea"/>
              </a:rPr>
              <a:t>": 7,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"</a:t>
            </a:r>
            <a:r>
              <a:rPr lang="en-US" altLang="ko-KR" sz="1200" dirty="0" err="1">
                <a:latin typeface="+mn-ea"/>
                <a:ea typeface="+mn-ea"/>
              </a:rPr>
              <a:t>startPage</a:t>
            </a:r>
            <a:r>
              <a:rPr lang="en-US" altLang="ko-KR" sz="1200" dirty="0">
                <a:latin typeface="+mn-ea"/>
                <a:ea typeface="+mn-ea"/>
              </a:rPr>
              <a:t>": 1,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"</a:t>
            </a:r>
            <a:r>
              <a:rPr lang="en-US" altLang="ko-KR" sz="1200" dirty="0" err="1">
                <a:latin typeface="+mn-ea"/>
                <a:ea typeface="+mn-ea"/>
              </a:rPr>
              <a:t>mtxCt</a:t>
            </a:r>
            <a:r>
              <a:rPr lang="en-US" altLang="ko-KR" sz="1200" dirty="0">
                <a:latin typeface="+mn-ea"/>
                <a:ea typeface="+mn-ea"/>
              </a:rPr>
              <a:t>": 10,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"</a:t>
            </a:r>
            <a:r>
              <a:rPr lang="en-US" altLang="ko-KR" sz="1200" dirty="0" err="1">
                <a:latin typeface="+mn-ea"/>
                <a:ea typeface="+mn-ea"/>
              </a:rPr>
              <a:t>totcnt</a:t>
            </a:r>
            <a:r>
              <a:rPr lang="en-US" altLang="ko-KR" sz="1200" dirty="0">
                <a:latin typeface="+mn-ea"/>
                <a:ea typeface="+mn-ea"/>
              </a:rPr>
              <a:t>": 65,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"</a:t>
            </a:r>
            <a:r>
              <a:rPr lang="en-US" altLang="ko-KR" sz="1200" dirty="0" err="1">
                <a:latin typeface="+mn-ea"/>
                <a:ea typeface="+mn-ea"/>
              </a:rPr>
              <a:t>endPage</a:t>
            </a:r>
            <a:r>
              <a:rPr lang="en-US" altLang="ko-KR" sz="1200" dirty="0">
                <a:latin typeface="+mn-ea"/>
                <a:ea typeface="+mn-ea"/>
              </a:rPr>
              <a:t>": 7,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"</a:t>
            </a:r>
            <a:r>
              <a:rPr lang="en-US" altLang="ko-KR" sz="1200" dirty="0" err="1">
                <a:latin typeface="+mn-ea"/>
                <a:ea typeface="+mn-ea"/>
              </a:rPr>
              <a:t>mtxTt</a:t>
            </a:r>
            <a:r>
              <a:rPr lang="en-US" altLang="ko-KR" sz="1200" dirty="0">
                <a:latin typeface="+mn-ea"/>
                <a:ea typeface="+mn-ea"/>
              </a:rPr>
              <a:t>": [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{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"</a:t>
            </a:r>
            <a:r>
              <a:rPr lang="en-US" altLang="ko-KR" sz="1200" dirty="0" err="1">
                <a:latin typeface="+mn-ea"/>
                <a:ea typeface="+mn-ea"/>
              </a:rPr>
              <a:t>cusSnmNm</a:t>
            </a:r>
            <a:r>
              <a:rPr lang="en-US" altLang="ko-KR" sz="1200" dirty="0">
                <a:latin typeface="+mn-ea"/>
                <a:ea typeface="+mn-ea"/>
              </a:rPr>
              <a:t>": "</a:t>
            </a:r>
            <a:r>
              <a:rPr lang="ko-KR" altLang="en-US" sz="1200" dirty="0">
                <a:latin typeface="+mn-ea"/>
                <a:ea typeface="+mn-ea"/>
              </a:rPr>
              <a:t>有限会社</a:t>
            </a:r>
            <a:r>
              <a:rPr lang="ja-JP" altLang="en-US" sz="1200" dirty="0">
                <a:latin typeface="+mn-ea"/>
                <a:ea typeface="+mn-ea"/>
              </a:rPr>
              <a:t>ナニワコーポレーション</a:t>
            </a:r>
            <a:r>
              <a:rPr lang="en-US" altLang="ja-JP" sz="1200" dirty="0">
                <a:latin typeface="+mn-ea"/>
                <a:ea typeface="+mn-ea"/>
              </a:rPr>
              <a:t>",</a:t>
            </a:r>
          </a:p>
          <a:p>
            <a:r>
              <a:rPr lang="en-US" altLang="ja-JP" sz="1200" dirty="0">
                <a:latin typeface="+mn-ea"/>
                <a:ea typeface="+mn-ea"/>
              </a:rPr>
              <a:t>        "</a:t>
            </a:r>
            <a:r>
              <a:rPr lang="en-US" altLang="ko-KR" sz="1200" dirty="0" err="1">
                <a:latin typeface="+mn-ea"/>
                <a:ea typeface="+mn-ea"/>
              </a:rPr>
              <a:t>altNm</a:t>
            </a:r>
            <a:r>
              <a:rPr lang="en-US" altLang="ko-KR" sz="1200" dirty="0">
                <a:latin typeface="+mn-ea"/>
                <a:ea typeface="+mn-ea"/>
              </a:rPr>
              <a:t>": "",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"</a:t>
            </a:r>
            <a:r>
              <a:rPr lang="en-US" altLang="ko-KR" sz="1200" dirty="0" err="1">
                <a:latin typeface="+mn-ea"/>
                <a:ea typeface="+mn-ea"/>
              </a:rPr>
              <a:t>dpNm</a:t>
            </a:r>
            <a:r>
              <a:rPr lang="en-US" altLang="ko-KR" sz="1200" dirty="0">
                <a:latin typeface="+mn-ea"/>
                <a:ea typeface="+mn-ea"/>
              </a:rPr>
              <a:t>": "8096manger",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"</a:t>
            </a:r>
            <a:r>
              <a:rPr lang="en-US" altLang="ko-KR" sz="1200" dirty="0" err="1">
                <a:latin typeface="+mn-ea"/>
                <a:ea typeface="+mn-ea"/>
              </a:rPr>
              <a:t>cpAddr</a:t>
            </a:r>
            <a:r>
              <a:rPr lang="en-US" altLang="ko-KR" sz="1200" dirty="0">
                <a:latin typeface="+mn-ea"/>
                <a:ea typeface="+mn-ea"/>
              </a:rPr>
              <a:t>": "</a:t>
            </a:r>
            <a:r>
              <a:rPr lang="ko-KR" altLang="en-US" sz="1200" dirty="0">
                <a:latin typeface="+mn-ea"/>
                <a:ea typeface="+mn-ea"/>
              </a:rPr>
              <a:t>東京都 千代田区 丸</a:t>
            </a:r>
            <a:r>
              <a:rPr lang="ja-JP" altLang="en-US" sz="1200" dirty="0">
                <a:latin typeface="+mn-ea"/>
                <a:ea typeface="+mn-ea"/>
              </a:rPr>
              <a:t>の</a:t>
            </a:r>
            <a:r>
              <a:rPr lang="ko-KR" altLang="en-US" sz="1200" dirty="0">
                <a:latin typeface="+mn-ea"/>
                <a:ea typeface="+mn-ea"/>
              </a:rPr>
              <a:t>内</a:t>
            </a:r>
            <a:r>
              <a:rPr lang="en-US" altLang="ko-KR" sz="1200" dirty="0">
                <a:latin typeface="+mn-ea"/>
                <a:ea typeface="+mn-ea"/>
              </a:rPr>
              <a:t>",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"</a:t>
            </a:r>
            <a:r>
              <a:rPr lang="en-US" altLang="ko-KR" sz="1200" dirty="0" err="1">
                <a:latin typeface="+mn-ea"/>
                <a:ea typeface="+mn-ea"/>
              </a:rPr>
              <a:t>cusNo</a:t>
            </a:r>
            <a:r>
              <a:rPr lang="en-US" altLang="ko-KR" sz="1200" dirty="0">
                <a:latin typeface="+mn-ea"/>
                <a:ea typeface="+mn-ea"/>
              </a:rPr>
              <a:t>": "1700482775",</a:t>
            </a:r>
          </a:p>
          <a:p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      },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{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"</a:t>
            </a:r>
            <a:r>
              <a:rPr lang="en-US" altLang="ko-KR" sz="1200" dirty="0" err="1">
                <a:latin typeface="+mn-ea"/>
                <a:ea typeface="+mn-ea"/>
              </a:rPr>
              <a:t>cusSnmNm</a:t>
            </a:r>
            <a:r>
              <a:rPr lang="en-US" altLang="ko-KR" sz="1200" dirty="0">
                <a:latin typeface="+mn-ea"/>
                <a:ea typeface="+mn-ea"/>
              </a:rPr>
              <a:t>": "</a:t>
            </a:r>
            <a:r>
              <a:rPr lang="ko-KR" altLang="en-US" sz="1200" dirty="0">
                <a:latin typeface="+mn-ea"/>
                <a:ea typeface="+mn-ea"/>
              </a:rPr>
              <a:t>有限会社</a:t>
            </a:r>
            <a:r>
              <a:rPr lang="ja-JP" altLang="en-US" sz="1200" dirty="0">
                <a:latin typeface="+mn-ea"/>
                <a:ea typeface="+mn-ea"/>
              </a:rPr>
              <a:t>ナニワコーポレーション</a:t>
            </a:r>
            <a:r>
              <a:rPr lang="en-US" altLang="ja-JP" sz="1200" dirty="0">
                <a:latin typeface="+mn-ea"/>
                <a:ea typeface="+mn-ea"/>
              </a:rPr>
              <a:t>",</a:t>
            </a:r>
          </a:p>
          <a:p>
            <a:r>
              <a:rPr lang="en-US" altLang="ja-JP" sz="1200" dirty="0">
                <a:latin typeface="+mn-ea"/>
                <a:ea typeface="+mn-ea"/>
              </a:rPr>
              <a:t>        "</a:t>
            </a:r>
            <a:r>
              <a:rPr lang="en-US" altLang="ko-KR" sz="1200" dirty="0" err="1">
                <a:latin typeface="+mn-ea"/>
                <a:ea typeface="+mn-ea"/>
              </a:rPr>
              <a:t>altNm</a:t>
            </a:r>
            <a:r>
              <a:rPr lang="en-US" altLang="ko-KR" sz="1200" dirty="0">
                <a:latin typeface="+mn-ea"/>
                <a:ea typeface="+mn-ea"/>
              </a:rPr>
              <a:t>": "",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"</a:t>
            </a:r>
            <a:r>
              <a:rPr lang="en-US" altLang="ko-KR" sz="1200" dirty="0" err="1">
                <a:latin typeface="+mn-ea"/>
                <a:ea typeface="+mn-ea"/>
              </a:rPr>
              <a:t>dpNm</a:t>
            </a:r>
            <a:r>
              <a:rPr lang="en-US" altLang="ko-KR" sz="1200" dirty="0">
                <a:latin typeface="+mn-ea"/>
                <a:ea typeface="+mn-ea"/>
              </a:rPr>
              <a:t>": "8069keyman",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"</a:t>
            </a:r>
            <a:r>
              <a:rPr lang="en-US" altLang="ko-KR" sz="1200" dirty="0" err="1">
                <a:latin typeface="+mn-ea"/>
                <a:ea typeface="+mn-ea"/>
              </a:rPr>
              <a:t>cpAddr</a:t>
            </a:r>
            <a:r>
              <a:rPr lang="en-US" altLang="ko-KR" sz="1200" dirty="0">
                <a:latin typeface="+mn-ea"/>
                <a:ea typeface="+mn-ea"/>
              </a:rPr>
              <a:t>": "</a:t>
            </a:r>
            <a:r>
              <a:rPr lang="ko-KR" altLang="en-US" sz="1200" dirty="0">
                <a:latin typeface="+mn-ea"/>
                <a:ea typeface="+mn-ea"/>
              </a:rPr>
              <a:t>東京都 千代田区 大手町</a:t>
            </a:r>
            <a:r>
              <a:rPr lang="en-US" altLang="ko-KR" sz="1200" dirty="0">
                <a:latin typeface="+mn-ea"/>
                <a:ea typeface="+mn-ea"/>
              </a:rPr>
              <a:t>",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"</a:t>
            </a:r>
            <a:r>
              <a:rPr lang="en-US" altLang="ko-KR" sz="1200" dirty="0" err="1">
                <a:latin typeface="+mn-ea"/>
                <a:ea typeface="+mn-ea"/>
              </a:rPr>
              <a:t>cusNo</a:t>
            </a:r>
            <a:r>
              <a:rPr lang="en-US" altLang="ko-KR" sz="1200" dirty="0">
                <a:latin typeface="+mn-ea"/>
                <a:ea typeface="+mn-ea"/>
              </a:rPr>
              <a:t>": "1700482775",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}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]</a:t>
            </a:r>
          </a:p>
          <a:p>
            <a:r>
              <a:rPr lang="en-US" altLang="ko-KR" sz="1200" dirty="0">
                <a:latin typeface="+mn-ea"/>
                <a:ea typeface="+mn-ea"/>
              </a:rPr>
              <a:t>  }</a:t>
            </a:r>
          </a:p>
          <a:p>
            <a:r>
              <a:rPr lang="en-US" altLang="ko-KR" sz="1200" dirty="0">
                <a:latin typeface="+mn-ea"/>
                <a:ea typeface="+mn-ea"/>
              </a:rPr>
              <a:t>}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0512" y="1087869"/>
            <a:ext cx="4368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{</a:t>
            </a:r>
          </a:p>
          <a:p>
            <a:r>
              <a:rPr lang="en-US" altLang="ko-KR" sz="1200" dirty="0">
                <a:latin typeface="+mn-ea"/>
                <a:ea typeface="+mn-ea"/>
              </a:rPr>
              <a:t>  </a:t>
            </a:r>
            <a:r>
              <a:rPr lang="en-US" altLang="ko-KR" sz="1200" dirty="0" smtClean="0">
                <a:latin typeface="+mn-ea"/>
                <a:ea typeface="+mn-ea"/>
              </a:rPr>
              <a:t>“success": true,</a:t>
            </a:r>
          </a:p>
          <a:p>
            <a:r>
              <a:rPr lang="en-US" altLang="ko-KR" sz="1200" dirty="0" smtClean="0">
                <a:latin typeface="+mn-ea"/>
                <a:ea typeface="+mn-ea"/>
              </a:rPr>
              <a:t>  “code”: “0000”, </a:t>
            </a:r>
          </a:p>
          <a:p>
            <a:r>
              <a:rPr lang="en-US" altLang="ko-KR" sz="1200" dirty="0" smtClean="0">
                <a:latin typeface="+mn-ea"/>
                <a:ea typeface="+mn-ea"/>
              </a:rPr>
              <a:t>  </a:t>
            </a:r>
            <a:r>
              <a:rPr lang="en-US" altLang="ko-KR" sz="1200" dirty="0">
                <a:latin typeface="+mn-ea"/>
                <a:ea typeface="+mn-ea"/>
              </a:rPr>
              <a:t>"message": </a:t>
            </a:r>
            <a:r>
              <a:rPr lang="en-US" altLang="ko-KR" sz="1200" dirty="0" smtClean="0">
                <a:latin typeface="+mn-ea"/>
                <a:ea typeface="+mn-ea"/>
              </a:rPr>
              <a:t>“</a:t>
            </a:r>
            <a:r>
              <a:rPr lang="ko-KR" altLang="en-US" sz="1200" dirty="0" err="1" smtClean="0">
                <a:latin typeface="+mn-ea"/>
                <a:ea typeface="+mn-ea"/>
              </a:rPr>
              <a:t>정상처리되었습니다</a:t>
            </a:r>
            <a:r>
              <a:rPr lang="en-US" altLang="ko-KR" sz="1200" dirty="0" smtClean="0">
                <a:latin typeface="+mn-ea"/>
                <a:ea typeface="+mn-ea"/>
              </a:rPr>
              <a:t>.", </a:t>
            </a:r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  "data": {</a:t>
            </a:r>
          </a:p>
          <a:p>
            <a:r>
              <a:rPr lang="en-US" altLang="ko-KR" sz="1200" dirty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     "</a:t>
            </a:r>
            <a:r>
              <a:rPr lang="en-US" altLang="ko-KR" sz="1200" dirty="0" err="1">
                <a:latin typeface="+mn-ea"/>
              </a:rPr>
              <a:t>cusSnmNm</a:t>
            </a:r>
            <a:r>
              <a:rPr lang="en-US" altLang="ko-KR" sz="1200" dirty="0">
                <a:latin typeface="+mn-ea"/>
              </a:rPr>
              <a:t>": "</a:t>
            </a:r>
            <a:r>
              <a:rPr lang="ko-KR" altLang="en-US" sz="1200" dirty="0">
                <a:latin typeface="+mn-ea"/>
              </a:rPr>
              <a:t>有限会社</a:t>
            </a:r>
            <a:r>
              <a:rPr lang="ja-JP" altLang="en-US" sz="1200" dirty="0">
                <a:latin typeface="+mn-ea"/>
              </a:rPr>
              <a:t>ナニワコーポレーション</a:t>
            </a:r>
            <a:r>
              <a:rPr lang="en-US" altLang="ja-JP" sz="1200" dirty="0">
                <a:latin typeface="+mn-ea"/>
              </a:rPr>
              <a:t>",</a:t>
            </a:r>
          </a:p>
          <a:p>
            <a:r>
              <a:rPr lang="en-US" altLang="ja-JP" sz="1200" dirty="0">
                <a:latin typeface="+mn-ea"/>
              </a:rPr>
              <a:t>       </a:t>
            </a:r>
            <a:r>
              <a:rPr lang="en-US" altLang="ja-JP" sz="1200" dirty="0" smtClean="0">
                <a:latin typeface="+mn-ea"/>
              </a:rPr>
              <a:t>"</a:t>
            </a:r>
            <a:r>
              <a:rPr lang="en-US" altLang="ko-KR" sz="1200" dirty="0" err="1">
                <a:latin typeface="+mn-ea"/>
              </a:rPr>
              <a:t>altNm</a:t>
            </a:r>
            <a:r>
              <a:rPr lang="en-US" altLang="ko-KR" sz="1200" dirty="0">
                <a:latin typeface="+mn-ea"/>
              </a:rPr>
              <a:t>": "",</a:t>
            </a:r>
          </a:p>
          <a:p>
            <a:r>
              <a:rPr lang="en-US" altLang="ko-KR" sz="1200" dirty="0">
                <a:latin typeface="+mn-ea"/>
              </a:rPr>
              <a:t>      </a:t>
            </a:r>
            <a:r>
              <a:rPr lang="en-US" altLang="ko-KR" sz="1200" dirty="0" smtClean="0">
                <a:latin typeface="+mn-ea"/>
              </a:rPr>
              <a:t>"</a:t>
            </a:r>
            <a:r>
              <a:rPr lang="en-US" altLang="ko-KR" sz="1200" dirty="0" err="1">
                <a:latin typeface="+mn-ea"/>
              </a:rPr>
              <a:t>dpNm</a:t>
            </a:r>
            <a:r>
              <a:rPr lang="en-US" altLang="ko-KR" sz="1200" dirty="0">
                <a:latin typeface="+mn-ea"/>
              </a:rPr>
              <a:t>": "8096manger",</a:t>
            </a:r>
          </a:p>
          <a:p>
            <a:r>
              <a:rPr lang="en-US" altLang="ko-KR" sz="1200" dirty="0">
                <a:latin typeface="+mn-ea"/>
              </a:rPr>
              <a:t>      </a:t>
            </a:r>
            <a:r>
              <a:rPr lang="en-US" altLang="ko-KR" sz="1200" dirty="0" smtClean="0">
                <a:latin typeface="+mn-ea"/>
              </a:rPr>
              <a:t>"</a:t>
            </a:r>
            <a:r>
              <a:rPr lang="en-US" altLang="ko-KR" sz="1200" dirty="0" err="1">
                <a:latin typeface="+mn-ea"/>
              </a:rPr>
              <a:t>cpAddr</a:t>
            </a:r>
            <a:r>
              <a:rPr lang="en-US" altLang="ko-KR" sz="1200" dirty="0">
                <a:latin typeface="+mn-ea"/>
              </a:rPr>
              <a:t>": "</a:t>
            </a:r>
            <a:r>
              <a:rPr lang="ko-KR" altLang="en-US" sz="1200" dirty="0">
                <a:latin typeface="+mn-ea"/>
              </a:rPr>
              <a:t>東京都 千代田区 丸</a:t>
            </a:r>
            <a:r>
              <a:rPr lang="ja-JP" altLang="en-US" sz="1200" dirty="0">
                <a:latin typeface="+mn-ea"/>
              </a:rPr>
              <a:t>の</a:t>
            </a:r>
            <a:r>
              <a:rPr lang="ko-KR" altLang="en-US" sz="1200" dirty="0">
                <a:latin typeface="+mn-ea"/>
              </a:rPr>
              <a:t>内</a:t>
            </a:r>
            <a:r>
              <a:rPr lang="en-US" altLang="ko-KR" sz="1200" dirty="0">
                <a:latin typeface="+mn-ea"/>
              </a:rPr>
              <a:t>",</a:t>
            </a:r>
          </a:p>
          <a:p>
            <a:r>
              <a:rPr lang="en-US" altLang="ko-KR" sz="1200" dirty="0">
                <a:latin typeface="+mn-ea"/>
              </a:rPr>
              <a:t>      </a:t>
            </a:r>
            <a:r>
              <a:rPr lang="en-US" altLang="ko-KR" sz="1200" dirty="0" smtClean="0">
                <a:latin typeface="+mn-ea"/>
              </a:rPr>
              <a:t>"</a:t>
            </a:r>
            <a:r>
              <a:rPr lang="en-US" altLang="ko-KR" sz="1200" dirty="0" err="1">
                <a:latin typeface="+mn-ea"/>
              </a:rPr>
              <a:t>cusNo</a:t>
            </a:r>
            <a:r>
              <a:rPr lang="en-US" altLang="ko-KR" sz="1200" dirty="0">
                <a:latin typeface="+mn-ea"/>
              </a:rPr>
              <a:t>": "1700482775</a:t>
            </a:r>
            <a:r>
              <a:rPr lang="en-US" altLang="ko-KR" sz="1200" dirty="0" smtClean="0">
                <a:latin typeface="+mn-ea"/>
              </a:rPr>
              <a:t>"</a:t>
            </a:r>
            <a:r>
              <a:rPr lang="en-US" altLang="ko-KR" sz="1200" dirty="0" smtClean="0">
                <a:latin typeface="+mn-ea"/>
                <a:ea typeface="+mn-ea"/>
              </a:rPr>
              <a:t> </a:t>
            </a:r>
          </a:p>
          <a:p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en-US" altLang="ko-KR" sz="1200" dirty="0" smtClean="0">
                <a:latin typeface="+mn-ea"/>
                <a:ea typeface="+mn-ea"/>
              </a:rPr>
              <a:t> },</a:t>
            </a:r>
          </a:p>
          <a:p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en-US" altLang="ko-KR" sz="1200" dirty="0" smtClean="0">
                <a:latin typeface="+mn-ea"/>
                <a:ea typeface="+mn-ea"/>
              </a:rPr>
              <a:t> “errors”: {	//  success </a:t>
            </a:r>
            <a:r>
              <a:rPr lang="ko-KR" altLang="en-US" sz="1200" dirty="0" smtClean="0">
                <a:latin typeface="+mn-ea"/>
                <a:ea typeface="+mn-ea"/>
              </a:rPr>
              <a:t>가 </a:t>
            </a:r>
            <a:r>
              <a:rPr lang="en-US" altLang="ko-KR" sz="1200" dirty="0" smtClean="0">
                <a:latin typeface="+mn-ea"/>
                <a:ea typeface="+mn-ea"/>
              </a:rPr>
              <a:t>false</a:t>
            </a:r>
            <a:r>
              <a:rPr lang="ko-KR" altLang="en-US" sz="1200" dirty="0" smtClean="0">
                <a:latin typeface="+mn-ea"/>
                <a:ea typeface="+mn-ea"/>
              </a:rPr>
              <a:t>인 경우에만 값 존재함</a:t>
            </a:r>
            <a:endParaRPr lang="en-US" altLang="ko-KR" sz="1200" dirty="0" smtClean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en-US" altLang="ko-KR" sz="1200" dirty="0" smtClean="0">
                <a:latin typeface="+mn-ea"/>
                <a:ea typeface="+mn-ea"/>
              </a:rPr>
              <a:t> }</a:t>
            </a:r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}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0512" y="764704"/>
            <a:ext cx="4368800" cy="3231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500" dirty="0" smtClean="0">
                <a:latin typeface="+mn-ea"/>
                <a:ea typeface="+mn-ea"/>
              </a:rPr>
              <a:t>응답</a:t>
            </a:r>
            <a:r>
              <a:rPr lang="en-US" altLang="ko-KR" sz="1500" dirty="0" smtClean="0">
                <a:latin typeface="+mn-ea"/>
                <a:ea typeface="+mn-ea"/>
              </a:rPr>
              <a:t>(response) – data</a:t>
            </a:r>
            <a:r>
              <a:rPr lang="ko-KR" altLang="en-US" sz="1500" dirty="0" smtClean="0">
                <a:latin typeface="+mn-ea"/>
                <a:ea typeface="+mn-ea"/>
              </a:rPr>
              <a:t>가 </a:t>
            </a:r>
            <a:r>
              <a:rPr lang="en-US" altLang="ko-KR" sz="1500" dirty="0" smtClean="0">
                <a:latin typeface="+mn-ea"/>
                <a:ea typeface="+mn-ea"/>
              </a:rPr>
              <a:t>Map </a:t>
            </a:r>
            <a:r>
              <a:rPr lang="ko-KR" altLang="en-US" sz="1500" dirty="0" smtClean="0">
                <a:latin typeface="+mn-ea"/>
                <a:ea typeface="+mn-ea"/>
              </a:rPr>
              <a:t>형태인 경우</a:t>
            </a:r>
            <a:endParaRPr lang="ko-KR" altLang="en-US" sz="15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70689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0"/>
          <p:cNvSpPr>
            <a:spLocks noGrp="1"/>
          </p:cNvSpPr>
          <p:nvPr>
            <p:ph type="title"/>
          </p:nvPr>
        </p:nvSpPr>
        <p:spPr>
          <a:xfrm>
            <a:off x="406400" y="71438"/>
            <a:ext cx="8915400" cy="546100"/>
          </a:xfrm>
          <a:ln/>
        </p:spPr>
        <p:txBody>
          <a:bodyPr/>
          <a:lstStyle/>
          <a:p>
            <a:r>
              <a:rPr lang="ko-KR" altLang="en-US" b="1" dirty="0" smtClean="0">
                <a:solidFill>
                  <a:srgbClr val="0000FF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파일명 규칙</a:t>
            </a:r>
            <a:endParaRPr lang="ko-KR" altLang="en-US" b="1" dirty="0" smtClean="0">
              <a:solidFill>
                <a:srgbClr val="0000FF"/>
              </a:solidFill>
              <a:latin typeface="원신한 Bold" panose="020B0803000000000000" pitchFamily="50" charset="-127"/>
              <a:ea typeface="원신한 Bold" panose="020B0803000000000000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06400" y="1158826"/>
            <a:ext cx="439248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 err="1">
                <a:latin typeface="+mn-ea"/>
                <a:ea typeface="+mn-ea"/>
              </a:rPr>
              <a:t>src</a:t>
            </a:r>
            <a:r>
              <a:rPr lang="ko-KR" altLang="en-US" sz="1200" dirty="0">
                <a:latin typeface="+mn-ea"/>
                <a:ea typeface="+mn-ea"/>
              </a:rPr>
              <a:t>/</a:t>
            </a:r>
          </a:p>
          <a:p>
            <a:r>
              <a:rPr lang="ko-KR" altLang="en-US" sz="1200" dirty="0">
                <a:latin typeface="+mn-ea"/>
                <a:ea typeface="+mn-ea"/>
              </a:rPr>
              <a:t>  ├── </a:t>
            </a:r>
            <a:r>
              <a:rPr lang="ko-KR" altLang="en-US" sz="1200" dirty="0" err="1">
                <a:latin typeface="+mn-ea"/>
                <a:ea typeface="+mn-ea"/>
              </a:rPr>
              <a:t>views</a:t>
            </a:r>
            <a:r>
              <a:rPr lang="ko-KR" altLang="en-US" sz="1200" dirty="0">
                <a:latin typeface="+mn-ea"/>
                <a:ea typeface="+mn-ea"/>
              </a:rPr>
              <a:t>/</a:t>
            </a:r>
          </a:p>
          <a:p>
            <a:r>
              <a:rPr lang="ko-KR" altLang="en-US" sz="1200" dirty="0">
                <a:latin typeface="+mn-ea"/>
                <a:ea typeface="+mn-ea"/>
              </a:rPr>
              <a:t>  │    ├── </a:t>
            </a:r>
            <a:r>
              <a:rPr lang="ko-KR" altLang="en-US" sz="1200" dirty="0" err="1">
                <a:latin typeface="+mn-ea"/>
                <a:ea typeface="+mn-ea"/>
              </a:rPr>
              <a:t>customer</a:t>
            </a:r>
            <a:r>
              <a:rPr lang="ko-KR" altLang="en-US" sz="1200" dirty="0">
                <a:latin typeface="+mn-ea"/>
                <a:ea typeface="+mn-ea"/>
              </a:rPr>
              <a:t>/              </a:t>
            </a:r>
            <a:r>
              <a:rPr lang="ko-KR" altLang="en-US" sz="1200" dirty="0" smtClean="0">
                <a:latin typeface="+mn-ea"/>
                <a:ea typeface="+mn-ea"/>
              </a:rPr>
              <a:t># 고객정보</a:t>
            </a:r>
            <a:endParaRPr lang="ko-KR" altLang="en-US" sz="1200" dirty="0">
              <a:latin typeface="+mn-ea"/>
              <a:ea typeface="+mn-ea"/>
            </a:endParaRPr>
          </a:p>
          <a:p>
            <a:r>
              <a:rPr lang="ko-KR" altLang="en-US" sz="1200" dirty="0">
                <a:latin typeface="+mn-ea"/>
                <a:ea typeface="+mn-ea"/>
              </a:rPr>
              <a:t>  │    │    ├── </a:t>
            </a:r>
            <a:r>
              <a:rPr lang="en-US" altLang="ko-KR" sz="1200" dirty="0" smtClean="0">
                <a:latin typeface="+mn-ea"/>
                <a:ea typeface="+mn-ea"/>
              </a:rPr>
              <a:t>M01020101</a:t>
            </a:r>
            <a:r>
              <a:rPr lang="ko-KR" altLang="en-US" sz="1200" dirty="0" smtClean="0">
                <a:latin typeface="+mn-ea"/>
                <a:ea typeface="+mn-ea"/>
              </a:rPr>
              <a:t>.</a:t>
            </a:r>
            <a:r>
              <a:rPr lang="ko-KR" altLang="en-US" sz="1200" dirty="0" err="1" smtClean="0">
                <a:latin typeface="+mn-ea"/>
                <a:ea typeface="+mn-ea"/>
              </a:rPr>
              <a:t>vue</a:t>
            </a:r>
            <a:endParaRPr lang="ko-KR" altLang="en-US" sz="1200" dirty="0">
              <a:latin typeface="+mn-ea"/>
              <a:ea typeface="+mn-ea"/>
            </a:endParaRPr>
          </a:p>
          <a:p>
            <a:r>
              <a:rPr lang="ko-KR" altLang="en-US" sz="1200" dirty="0">
                <a:latin typeface="+mn-ea"/>
                <a:ea typeface="+mn-ea"/>
              </a:rPr>
              <a:t>  │    │    ├── </a:t>
            </a:r>
            <a:r>
              <a:rPr lang="en-US" altLang="ko-KR" sz="1200" dirty="0" smtClean="0">
                <a:latin typeface="+mn-ea"/>
                <a:ea typeface="+mn-ea"/>
              </a:rPr>
              <a:t>M01020202</a:t>
            </a:r>
            <a:r>
              <a:rPr lang="ko-KR" altLang="en-US" sz="1200" dirty="0" smtClean="0">
                <a:latin typeface="+mn-ea"/>
                <a:ea typeface="+mn-ea"/>
              </a:rPr>
              <a:t>.</a:t>
            </a:r>
            <a:r>
              <a:rPr lang="ko-KR" altLang="en-US" sz="1200" dirty="0" err="1" smtClean="0">
                <a:latin typeface="+mn-ea"/>
                <a:ea typeface="+mn-ea"/>
              </a:rPr>
              <a:t>vue</a:t>
            </a:r>
            <a:endParaRPr lang="ko-KR" altLang="en-US" sz="1200" dirty="0">
              <a:latin typeface="+mn-ea"/>
              <a:ea typeface="+mn-ea"/>
            </a:endParaRPr>
          </a:p>
          <a:p>
            <a:r>
              <a:rPr lang="ko-KR" altLang="en-US" sz="1200" dirty="0">
                <a:latin typeface="+mn-ea"/>
                <a:ea typeface="+mn-ea"/>
              </a:rPr>
              <a:t>  │    │    └── </a:t>
            </a:r>
            <a:r>
              <a:rPr lang="en-US" altLang="ko-KR" sz="1200" dirty="0" smtClean="0">
                <a:latin typeface="+mn-ea"/>
                <a:ea typeface="+mn-ea"/>
              </a:rPr>
              <a:t>T01020303</a:t>
            </a:r>
            <a:r>
              <a:rPr lang="ko-KR" altLang="en-US" sz="1200" dirty="0" smtClean="0">
                <a:latin typeface="+mn-ea"/>
                <a:ea typeface="+mn-ea"/>
              </a:rPr>
              <a:t>.</a:t>
            </a:r>
            <a:r>
              <a:rPr lang="ko-KR" altLang="en-US" sz="1200" dirty="0" err="1" smtClean="0">
                <a:latin typeface="+mn-ea"/>
                <a:ea typeface="+mn-ea"/>
              </a:rPr>
              <a:t>vue</a:t>
            </a:r>
            <a:endParaRPr lang="ko-KR" altLang="en-US" sz="1200" dirty="0">
              <a:latin typeface="+mn-ea"/>
              <a:ea typeface="+mn-ea"/>
            </a:endParaRPr>
          </a:p>
          <a:p>
            <a:r>
              <a:rPr lang="ko-KR" altLang="en-US" sz="1200" dirty="0">
                <a:latin typeface="+mn-ea"/>
                <a:ea typeface="+mn-ea"/>
              </a:rPr>
              <a:t>  │    │</a:t>
            </a:r>
          </a:p>
          <a:p>
            <a:r>
              <a:rPr lang="ko-KR" altLang="en-US" sz="1200" dirty="0">
                <a:latin typeface="+mn-ea"/>
                <a:ea typeface="+mn-ea"/>
              </a:rPr>
              <a:t>  │    ├── </a:t>
            </a:r>
            <a:r>
              <a:rPr lang="ko-KR" altLang="en-US" sz="1200" dirty="0" err="1">
                <a:latin typeface="+mn-ea"/>
                <a:ea typeface="+mn-ea"/>
              </a:rPr>
              <a:t>sales</a:t>
            </a:r>
            <a:r>
              <a:rPr lang="ko-KR" altLang="en-US" sz="1200" dirty="0">
                <a:latin typeface="+mn-ea"/>
                <a:ea typeface="+mn-ea"/>
              </a:rPr>
              <a:t>/                     # </a:t>
            </a:r>
            <a:r>
              <a:rPr lang="ko-KR" altLang="en-US" sz="1200" dirty="0" smtClean="0">
                <a:latin typeface="+mn-ea"/>
                <a:ea typeface="+mn-ea"/>
              </a:rPr>
              <a:t>고객등록관리</a:t>
            </a:r>
            <a:endParaRPr lang="ko-KR" altLang="en-US" sz="1200" dirty="0">
              <a:latin typeface="+mn-ea"/>
              <a:ea typeface="+mn-ea"/>
            </a:endParaRPr>
          </a:p>
          <a:p>
            <a:r>
              <a:rPr lang="ko-KR" altLang="en-US" sz="1200" dirty="0">
                <a:latin typeface="+mn-ea"/>
                <a:ea typeface="+mn-ea"/>
              </a:rPr>
              <a:t>  │    │    └── </a:t>
            </a:r>
            <a:r>
              <a:rPr lang="en-US" altLang="ko-KR" sz="1200" dirty="0" smtClean="0">
                <a:latin typeface="+mn-ea"/>
                <a:ea typeface="+mn-ea"/>
              </a:rPr>
              <a:t>M02010101</a:t>
            </a:r>
            <a:r>
              <a:rPr lang="ko-KR" altLang="en-US" sz="1200" dirty="0" smtClean="0">
                <a:latin typeface="+mn-ea"/>
                <a:ea typeface="+mn-ea"/>
              </a:rPr>
              <a:t>.</a:t>
            </a:r>
            <a:r>
              <a:rPr lang="ko-KR" altLang="en-US" sz="1200" dirty="0" err="1" smtClean="0">
                <a:latin typeface="+mn-ea"/>
                <a:ea typeface="+mn-ea"/>
              </a:rPr>
              <a:t>vue</a:t>
            </a:r>
            <a:endParaRPr lang="ko-KR" altLang="en-US" sz="1200" dirty="0">
              <a:latin typeface="+mn-ea"/>
              <a:ea typeface="+mn-ea"/>
            </a:endParaRPr>
          </a:p>
          <a:p>
            <a:r>
              <a:rPr lang="ko-KR" altLang="en-US" sz="1200" dirty="0">
                <a:latin typeface="+mn-ea"/>
                <a:ea typeface="+mn-ea"/>
              </a:rPr>
              <a:t>  │    │</a:t>
            </a:r>
          </a:p>
          <a:p>
            <a:r>
              <a:rPr lang="ko-KR" altLang="en-US" sz="1200" dirty="0">
                <a:latin typeface="+mn-ea"/>
                <a:ea typeface="+mn-ea"/>
              </a:rPr>
              <a:t>  │    └── </a:t>
            </a:r>
            <a:r>
              <a:rPr lang="ko-KR" altLang="en-US" sz="1200" dirty="0" err="1">
                <a:latin typeface="+mn-ea"/>
                <a:ea typeface="+mn-ea"/>
              </a:rPr>
              <a:t>common</a:t>
            </a:r>
            <a:r>
              <a:rPr lang="ko-KR" altLang="en-US" sz="1200" dirty="0">
                <a:latin typeface="+mn-ea"/>
                <a:ea typeface="+mn-ea"/>
              </a:rPr>
              <a:t>/                </a:t>
            </a:r>
            <a:r>
              <a:rPr lang="ko-KR" altLang="en-US" sz="1200" dirty="0" smtClean="0">
                <a:latin typeface="+mn-ea"/>
                <a:ea typeface="+mn-ea"/>
              </a:rPr>
              <a:t># </a:t>
            </a:r>
            <a:r>
              <a:rPr lang="ko-KR" altLang="en-US" sz="1200" dirty="0">
                <a:latin typeface="+mn-ea"/>
                <a:ea typeface="+mn-ea"/>
              </a:rPr>
              <a:t>공통 팝업/도움말</a:t>
            </a:r>
          </a:p>
          <a:p>
            <a:r>
              <a:rPr lang="ko-KR" altLang="en-US" sz="1200" dirty="0">
                <a:latin typeface="+mn-ea"/>
                <a:ea typeface="+mn-ea"/>
              </a:rPr>
              <a:t>  │         ├── </a:t>
            </a:r>
            <a:r>
              <a:rPr lang="en-US" altLang="ko-KR" sz="1200" dirty="0" smtClean="0">
                <a:latin typeface="+mn-ea"/>
                <a:ea typeface="+mn-ea"/>
              </a:rPr>
              <a:t>P</a:t>
            </a:r>
            <a:r>
              <a:rPr lang="ko-KR" altLang="en-US" sz="1200" dirty="0" smtClean="0">
                <a:latin typeface="+mn-ea"/>
                <a:ea typeface="+mn-ea"/>
              </a:rPr>
              <a:t>900010ZipcodeSearch.vue</a:t>
            </a:r>
            <a:endParaRPr lang="ko-KR" altLang="en-US" sz="1200" dirty="0">
              <a:latin typeface="+mn-ea"/>
              <a:ea typeface="+mn-ea"/>
            </a:endParaRPr>
          </a:p>
          <a:p>
            <a:r>
              <a:rPr lang="ko-KR" altLang="en-US" sz="1200" dirty="0">
                <a:latin typeface="+mn-ea"/>
                <a:ea typeface="+mn-ea"/>
              </a:rPr>
              <a:t>  │         └── </a:t>
            </a:r>
            <a:r>
              <a:rPr lang="en-US" altLang="ko-KR" sz="1200" dirty="0" smtClean="0">
                <a:latin typeface="+mn-ea"/>
                <a:ea typeface="+mn-ea"/>
              </a:rPr>
              <a:t>H</a:t>
            </a:r>
            <a:r>
              <a:rPr lang="ko-KR" altLang="en-US" sz="1200" dirty="0" smtClean="0">
                <a:latin typeface="+mn-ea"/>
                <a:ea typeface="+mn-ea"/>
              </a:rPr>
              <a:t>900020SystemGuide.vue</a:t>
            </a:r>
            <a:endParaRPr lang="en-US" altLang="ko-KR" sz="1200" dirty="0" smtClean="0">
              <a:latin typeface="+mn-ea"/>
              <a:ea typeface="+mn-ea"/>
            </a:endParaRPr>
          </a:p>
          <a:p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6400" y="853732"/>
            <a:ext cx="4258568" cy="3231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500" dirty="0" smtClean="0">
                <a:latin typeface="+mn-ea"/>
                <a:ea typeface="+mn-ea"/>
              </a:rPr>
              <a:t>프론트</a:t>
            </a:r>
            <a:endParaRPr lang="ko-KR" altLang="en-US" sz="1500" dirty="0">
              <a:latin typeface="+mn-ea"/>
              <a:ea typeface="+mn-ea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45953"/>
              </p:ext>
            </p:extLst>
          </p:nvPr>
        </p:nvGraphicFramePr>
        <p:xfrm>
          <a:off x="4864100" y="853732"/>
          <a:ext cx="4751955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036">
                  <a:extLst>
                    <a:ext uri="{9D8B030D-6E8A-4147-A177-3AD203B41FA5}">
                      <a16:colId xmlns:a16="http://schemas.microsoft.com/office/drawing/2014/main" val="963433130"/>
                    </a:ext>
                  </a:extLst>
                </a:gridCol>
                <a:gridCol w="1064976">
                  <a:extLst>
                    <a:ext uri="{9D8B030D-6E8A-4147-A177-3AD203B41FA5}">
                      <a16:colId xmlns:a16="http://schemas.microsoft.com/office/drawing/2014/main" val="2255638854"/>
                    </a:ext>
                  </a:extLst>
                </a:gridCol>
                <a:gridCol w="2373943">
                  <a:extLst>
                    <a:ext uri="{9D8B030D-6E8A-4147-A177-3AD203B41FA5}">
                      <a16:colId xmlns:a16="http://schemas.microsoft.com/office/drawing/2014/main" val="619691929"/>
                    </a:ext>
                  </a:extLst>
                </a:gridCol>
              </a:tblGrid>
              <a:tr h="2630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화면유형코드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화면유형명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비고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963770"/>
                  </a:ext>
                </a:extLst>
              </a:tr>
              <a:tr h="26302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메인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메뉴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선택시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 호출되는 화면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020735"/>
                  </a:ext>
                </a:extLst>
              </a:tr>
              <a:tr h="67395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서브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메인화면에서 업무처리 결과로 출력되거나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화면 내 링크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버튼 선택 등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를 통해 출력되는 화면인 경우 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37438"/>
                  </a:ext>
                </a:extLst>
              </a:tr>
              <a:tr h="37442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T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탭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메인 화면에서 탭으로 열리는 화면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745587"/>
                  </a:ext>
                </a:extLst>
              </a:tr>
              <a:tr h="26302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P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팝업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913839"/>
                  </a:ext>
                </a:extLst>
              </a:tr>
              <a:tr h="37442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R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보고서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보고서 출력을 위한 화면인 경우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991753"/>
                  </a:ext>
                </a:extLst>
              </a:tr>
              <a:tr h="26302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H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도움말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9625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864100" y="3933056"/>
            <a:ext cx="47519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 smtClean="0">
                <a:latin typeface="+mn-ea"/>
                <a:ea typeface="+mn-ea"/>
              </a:rPr>
              <a:t>Vue</a:t>
            </a:r>
            <a:r>
              <a:rPr lang="ko-KR" altLang="en-US" sz="1200" dirty="0" smtClean="0">
                <a:latin typeface="+mn-ea"/>
                <a:ea typeface="+mn-ea"/>
              </a:rPr>
              <a:t>파일명 정의 </a:t>
            </a:r>
            <a:r>
              <a:rPr lang="en-US" altLang="ko-KR" sz="1200" dirty="0" smtClean="0">
                <a:latin typeface="+mn-ea"/>
                <a:ea typeface="+mn-ea"/>
              </a:rPr>
              <a:t>: </a:t>
            </a:r>
            <a:r>
              <a:rPr lang="ko-KR" altLang="en-US" sz="1200" dirty="0" smtClean="0">
                <a:latin typeface="+mn-ea"/>
                <a:ea typeface="+mn-ea"/>
              </a:rPr>
              <a:t>화면유형코드</a:t>
            </a:r>
            <a:r>
              <a:rPr lang="en-US" altLang="ko-KR" sz="1200" dirty="0" smtClean="0">
                <a:latin typeface="+mn-ea"/>
                <a:ea typeface="+mn-ea"/>
              </a:rPr>
              <a:t>(1) + </a:t>
            </a:r>
            <a:r>
              <a:rPr lang="ko-KR" altLang="en-US" sz="1200" dirty="0" err="1" smtClean="0">
                <a:latin typeface="+mn-ea"/>
                <a:ea typeface="+mn-ea"/>
              </a:rPr>
              <a:t>화면번호</a:t>
            </a:r>
            <a:r>
              <a:rPr lang="en-US" altLang="ko-KR" sz="1200" dirty="0" smtClean="0">
                <a:latin typeface="+mn-ea"/>
                <a:ea typeface="+mn-ea"/>
              </a:rPr>
              <a:t>(6)</a:t>
            </a:r>
            <a:r>
              <a:rPr lang="ko-KR" altLang="en-US" sz="1200" dirty="0" smtClean="0">
                <a:latin typeface="+mn-ea"/>
                <a:ea typeface="+mn-ea"/>
              </a:rPr>
              <a:t> </a:t>
            </a:r>
            <a:r>
              <a:rPr lang="en-US" altLang="ko-KR" sz="1200" dirty="0" smtClean="0">
                <a:latin typeface="+mn-ea"/>
                <a:ea typeface="+mn-ea"/>
              </a:rPr>
              <a:t>+ </a:t>
            </a:r>
            <a:r>
              <a:rPr lang="ko-KR" altLang="en-US" sz="1200" dirty="0" smtClean="0">
                <a:latin typeface="+mn-ea"/>
                <a:ea typeface="+mn-ea"/>
              </a:rPr>
              <a:t>일련번호</a:t>
            </a:r>
            <a:r>
              <a:rPr lang="en-US" altLang="ko-KR" sz="1200" dirty="0" smtClean="0">
                <a:latin typeface="+mn-ea"/>
                <a:ea typeface="+mn-ea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99270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0"/>
          <p:cNvSpPr>
            <a:spLocks noGrp="1"/>
          </p:cNvSpPr>
          <p:nvPr>
            <p:ph type="title"/>
          </p:nvPr>
        </p:nvSpPr>
        <p:spPr>
          <a:xfrm>
            <a:off x="406400" y="71438"/>
            <a:ext cx="8915400" cy="546100"/>
          </a:xfrm>
          <a:ln/>
        </p:spPr>
        <p:txBody>
          <a:bodyPr/>
          <a:lstStyle/>
          <a:p>
            <a:r>
              <a:rPr lang="ko-KR" altLang="en-US" b="1" dirty="0" smtClean="0">
                <a:solidFill>
                  <a:srgbClr val="0000FF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기타 규칙</a:t>
            </a:r>
            <a:endParaRPr lang="ko-KR" altLang="en-US" b="1" dirty="0" smtClean="0">
              <a:solidFill>
                <a:srgbClr val="0000FF"/>
              </a:solidFill>
              <a:latin typeface="원신한 Bold" panose="020B0803000000000000" pitchFamily="50" charset="-127"/>
              <a:ea typeface="원신한 Bold" panose="020B0803000000000000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512168" y="6279123"/>
            <a:ext cx="4953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000" dirty="0" smtClean="0">
                <a:latin typeface="원신한 Light" panose="020B0303000000000000" pitchFamily="50" charset="-127"/>
                <a:ea typeface="원신한 Light" panose="020B0303000000000000" pitchFamily="50" charset="-127"/>
              </a:rPr>
              <a:t>※ </a:t>
            </a:r>
            <a:r>
              <a:rPr lang="ko-KR" altLang="en-US" sz="1000" dirty="0" smtClean="0">
                <a:latin typeface="원신한 Light" panose="020B0303000000000000" pitchFamily="50" charset="-127"/>
                <a:ea typeface="원신한 Light" panose="020B0303000000000000" pitchFamily="50" charset="-127"/>
              </a:rPr>
              <a:t>추진 범위 및 일정은 상호 협의하여 </a:t>
            </a:r>
            <a:r>
              <a:rPr lang="ko-KR" altLang="en-US" sz="1000" dirty="0">
                <a:latin typeface="원신한 Light" panose="020B0303000000000000" pitchFamily="50" charset="-127"/>
                <a:ea typeface="원신한 Light" panose="020B0303000000000000" pitchFamily="50" charset="-127"/>
              </a:rPr>
              <a:t>변경될 수 </a:t>
            </a:r>
            <a:r>
              <a:rPr lang="ko-KR" altLang="en-US" sz="1000" dirty="0" smtClean="0">
                <a:latin typeface="원신한 Light" panose="020B0303000000000000" pitchFamily="50" charset="-127"/>
                <a:ea typeface="원신한 Light" panose="020B0303000000000000" pitchFamily="50" charset="-127"/>
              </a:rPr>
              <a:t>있음</a:t>
            </a:r>
            <a:r>
              <a:rPr lang="en-US" altLang="ko-KR" sz="1000" dirty="0" smtClean="0">
                <a:latin typeface="원신한 Light" panose="020B0303000000000000" pitchFamily="50" charset="-127"/>
                <a:ea typeface="원신한 Light" panose="020B0303000000000000" pitchFamily="50" charset="-127"/>
              </a:rPr>
              <a:t>.</a:t>
            </a:r>
            <a:endParaRPr lang="en-US" sz="1000" dirty="0">
              <a:latin typeface="원신한 Light" panose="020B0303000000000000" pitchFamily="50" charset="-127"/>
              <a:ea typeface="원신한 Light" panose="020B0303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6400" y="908720"/>
            <a:ext cx="7809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날짜는 </a:t>
            </a:r>
            <a:r>
              <a:rPr lang="ko-KR" altLang="en-US" sz="1200" dirty="0" err="1"/>
              <a:t>밀리초</a:t>
            </a:r>
            <a:r>
              <a:rPr lang="ko-KR" altLang="en-US" sz="1200" dirty="0"/>
              <a:t> 단위의 </a:t>
            </a:r>
            <a:r>
              <a:rPr lang="en-US" altLang="ko-KR" sz="1200" dirty="0"/>
              <a:t>Timestamp </a:t>
            </a:r>
            <a:r>
              <a:rPr lang="ko-KR" altLang="en-US" sz="1200" dirty="0"/>
              <a:t>숫자보다</a:t>
            </a:r>
            <a:r>
              <a:rPr lang="en-US" altLang="ko-KR" sz="1200" dirty="0"/>
              <a:t>, ISO 8601 </a:t>
            </a:r>
            <a:r>
              <a:rPr lang="ko-KR" altLang="en-US" sz="1200" dirty="0"/>
              <a:t>문자열 포맷</a:t>
            </a:r>
            <a:r>
              <a:rPr lang="en-US" altLang="ko-KR" sz="1200" dirty="0"/>
              <a:t>(</a:t>
            </a:r>
            <a:r>
              <a:rPr lang="ko-KR" altLang="en-US" sz="1200" dirty="0"/>
              <a:t>예</a:t>
            </a:r>
            <a:r>
              <a:rPr lang="en-US" altLang="ko-KR" sz="1200" dirty="0"/>
              <a:t>: "2024-10-25T14:30:00")</a:t>
            </a:r>
            <a:r>
              <a:rPr lang="ko-KR" altLang="en-US" sz="1200" dirty="0"/>
              <a:t>으로 보내주는 것이 </a:t>
            </a:r>
            <a:r>
              <a:rPr lang="en-US" altLang="ko-KR" sz="1200" dirty="0"/>
              <a:t>Vue.js(day.js, moment.js)</a:t>
            </a:r>
            <a:r>
              <a:rPr lang="ko-KR" altLang="en-US" sz="1200" dirty="0"/>
              <a:t>에서 가공하기 편함 </a:t>
            </a:r>
          </a:p>
        </p:txBody>
      </p:sp>
    </p:spTree>
    <p:extLst>
      <p:ext uri="{BB962C8B-B14F-4D97-AF65-F5344CB8AC3E}">
        <p14:creationId xmlns:p14="http://schemas.microsoft.com/office/powerpoint/2010/main" val="8659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T그룹 보고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77309</TotalTime>
  <Words>653</Words>
  <Application>Microsoft Office PowerPoint</Application>
  <PresentationFormat>A4 용지(210x297mm)</PresentationFormat>
  <Paragraphs>114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8" baseType="lpstr">
      <vt:lpstr>굴림</vt:lpstr>
      <vt:lpstr>원신한 Bold</vt:lpstr>
      <vt:lpstr>HY그래픽M</vt:lpstr>
      <vt:lpstr>맑은 고딕</vt:lpstr>
      <vt:lpstr>Arial</vt:lpstr>
      <vt:lpstr>원신한 Medium</vt:lpstr>
      <vt:lpstr>원신한 Light</vt:lpstr>
      <vt:lpstr>가는각진제목체</vt:lpstr>
      <vt:lpstr>맑은 고딕</vt:lpstr>
      <vt:lpstr>ＭＳ Ｐゴシック</vt:lpstr>
      <vt:lpstr>Calibri</vt:lpstr>
      <vt:lpstr>HY견고딕</vt:lpstr>
      <vt:lpstr>HY헤드라인M</vt:lpstr>
      <vt:lpstr>1_디자인 사용자 지정</vt:lpstr>
      <vt:lpstr>IT그룹 보고서 템플릿</vt:lpstr>
      <vt:lpstr>요청/응답 간 JSON 구조 정의</vt:lpstr>
      <vt:lpstr>파일명 규칙</vt:lpstr>
      <vt:lpstr>기타 규칙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○○ 추진과제 검토보고</dc:title>
  <dc:creator>오상일</dc:creator>
  <cp:lastModifiedBy>장호영</cp:lastModifiedBy>
  <cp:revision>4418</cp:revision>
  <cp:lastPrinted>2026-01-23T00:37:00Z</cp:lastPrinted>
  <dcterms:created xsi:type="dcterms:W3CDTF">2009-04-14T08:18:29Z</dcterms:created>
  <dcterms:modified xsi:type="dcterms:W3CDTF">2026-02-23T10:28:49Z</dcterms:modified>
</cp:coreProperties>
</file>